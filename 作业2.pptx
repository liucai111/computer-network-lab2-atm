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81" r:id="rId3"/>
    <p:sldId id="487" r:id="rId4"/>
    <p:sldId id="484" r:id="rId5"/>
    <p:sldId id="486" r:id="rId6"/>
    <p:sldId id="483" r:id="rId7"/>
    <p:sldId id="485" r:id="rId8"/>
    <p:sldId id="490" r:id="rId9"/>
    <p:sldId id="491" r:id="rId10"/>
    <p:sldId id="296" r:id="rId11"/>
  </p:sldIdLst>
  <p:sldSz cx="9144000" cy="5143500" type="screen16x9"/>
  <p:notesSz cx="7099300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99"/>
    <a:srgbClr val="800000"/>
    <a:srgbClr val="0000FF"/>
    <a:srgbClr val="FF3300"/>
    <a:srgbClr val="E18601"/>
    <a:srgbClr val="008000"/>
    <a:srgbClr val="D43005"/>
    <a:srgbClr val="EAEAEA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15" autoAdjust="0"/>
  </p:normalViewPr>
  <p:slideViewPr>
    <p:cSldViewPr showGuides="1">
      <p:cViewPr varScale="1">
        <p:scale>
          <a:sx n="125" d="100"/>
          <a:sy n="125" d="100"/>
        </p:scale>
        <p:origin x="66" y="471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475" y="7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  <a:endParaRPr lang="zh-CN" altLang="en-US" sz="1400" b="1">
              <a:solidFill>
                <a:srgbClr val="0000FF"/>
              </a:solidFill>
            </a:endParaRP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  <a:endParaRPr lang="zh-CN" altLang="en-US" sz="1400" b="1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audio" Target="../media/audio1.wav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audio" Target="../media/audio1.wav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audio" Target="../media/audio1.wav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/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3163139" y="3448764"/>
            <a:ext cx="2705006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 2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套接字编程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96336" y="177876"/>
            <a:ext cx="590990" cy="530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4" name="arrow.wav"/>
          </p:stSnd>
        </p:sndAc>
      </p:transition>
    </mc:Choice>
    <mc:Fallback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 bwMode="auto">
          <a:xfrm>
            <a:off x="323528" y="277606"/>
            <a:ext cx="3241144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Lab2 : TCP</a:t>
            </a:r>
            <a:r>
              <a:rPr lang="zh-CN" altLang="en-US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套接字编程</a:t>
            </a:r>
            <a:endParaRPr lang="en-US" altLang="zh-CN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52441" y="2274918"/>
            <a:ext cx="455954" cy="455954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/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20" name="椭圆 19"/>
          <p:cNvSpPr/>
          <p:nvPr userDrawn="1"/>
        </p:nvSpPr>
        <p:spPr>
          <a:xfrm>
            <a:off x="2751195" y="3001952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/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pic>
        <p:nvPicPr>
          <p:cNvPr id="25" name="Picture 46" descr="j043386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5" y="936000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96336" y="177876"/>
            <a:ext cx="590990" cy="530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4" name="arrow.wav"/>
          </p:stSnd>
        </p:sndAc>
      </p:transition>
    </mc:Choice>
    <mc:Fallback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96336" y="177876"/>
            <a:ext cx="590990" cy="530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4" name="arrow.wav"/>
          </p:stSnd>
        </p:sndAc>
      </p:transition>
    </mc:Choice>
    <mc:Fallback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6" name="arrow.wav"/>
          </p:stSnd>
        </p:sndAc>
      </p:transition>
    </mc:Choice>
    <mc:Fallback>
      <p:transition spd="slow">
        <p:fade/>
        <p:sndAc>
          <p:stSnd>
            <p:snd r:embed="rId6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7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7277193" cy="405104"/>
          </a:xfrm>
        </p:spPr>
        <p:txBody>
          <a:bodyPr/>
          <a:lstStyle/>
          <a:p>
            <a:r>
              <a:rPr lang="en-US" altLang="zh-CN" dirty="0"/>
              <a:t>Assignment2: </a:t>
            </a:r>
            <a:r>
              <a:rPr lang="en-US" altLang="zh-CN" dirty="0">
                <a:solidFill>
                  <a:srgbClr val="0070C0"/>
                </a:solidFill>
              </a:rPr>
              <a:t>ATM</a:t>
            </a:r>
            <a:r>
              <a:rPr lang="zh-CN" altLang="en-US" dirty="0">
                <a:solidFill>
                  <a:srgbClr val="0070C0"/>
                </a:solidFill>
              </a:rPr>
              <a:t>和银行服务器的通信程序开发</a:t>
            </a:r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468000" y="936000"/>
            <a:ext cx="7886700" cy="21398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作业任务书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https://shimo.im/docs/dPkpdXgeNQueEKkO </a:t>
            </a:r>
            <a:br>
              <a:rPr lang="en-US" altLang="zh-CN" sz="15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可复制链接后用浏览器或石墨文档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22017" y="2859782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微信、石墨 </a:t>
            </a:r>
            <a:r>
              <a:rPr lang="en-US" altLang="zh-CN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扫码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2076589"/>
            <a:ext cx="3406625" cy="2283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346" y="2076589"/>
            <a:ext cx="1837671" cy="17623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464px-Computer_Icon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31853"/>
            <a:ext cx="652804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8" descr="computer-3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731853"/>
            <a:ext cx="675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7133177" cy="405104"/>
          </a:xfrm>
        </p:spPr>
        <p:txBody>
          <a:bodyPr/>
          <a:lstStyle/>
          <a:p>
            <a:r>
              <a:rPr lang="en-US" altLang="zh-CN" dirty="0"/>
              <a:t>Assignment2: </a:t>
            </a:r>
            <a:r>
              <a:rPr lang="en-US" altLang="zh-CN" dirty="0">
                <a:solidFill>
                  <a:srgbClr val="0070C0"/>
                </a:solidFill>
              </a:rPr>
              <a:t>ATM</a:t>
            </a:r>
            <a:r>
              <a:rPr lang="zh-CN" altLang="en-US" dirty="0">
                <a:solidFill>
                  <a:srgbClr val="0070C0"/>
                </a:solidFill>
              </a:rPr>
              <a:t>和银行服务器的通信程序开发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076056" y="2715766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ATMServer.java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076056" y="3147814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ATMServer.class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96336" y="3085098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users.txt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344665" y="3579862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balance.txt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99592" y="2715766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ATMClient.java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899592" y="3147814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ATMClient.class</a:t>
            </a:r>
            <a:endParaRPr lang="zh-CN" altLang="en-US" dirty="0"/>
          </a:p>
        </p:txBody>
      </p:sp>
      <p:sp>
        <p:nvSpPr>
          <p:cNvPr id="13" name="application-windows_11"/>
          <p:cNvSpPr/>
          <p:nvPr/>
        </p:nvSpPr>
        <p:spPr>
          <a:xfrm>
            <a:off x="2411760" y="2103331"/>
            <a:ext cx="609685" cy="581077"/>
          </a:xfrm>
          <a:custGeom>
            <a:avLst/>
            <a:gdLst>
              <a:gd name="connsiteX0" fmla="*/ 35071 w 605542"/>
              <a:gd name="connsiteY0" fmla="*/ 243260 h 577129"/>
              <a:gd name="connsiteX1" fmla="*/ 35071 w 605542"/>
              <a:gd name="connsiteY1" fmla="*/ 542082 h 577129"/>
              <a:gd name="connsiteX2" fmla="*/ 455933 w 605542"/>
              <a:gd name="connsiteY2" fmla="*/ 542082 h 577129"/>
              <a:gd name="connsiteX3" fmla="*/ 455933 w 605542"/>
              <a:gd name="connsiteY3" fmla="*/ 243260 h 577129"/>
              <a:gd name="connsiteX4" fmla="*/ 210431 w 605542"/>
              <a:gd name="connsiteY4" fmla="*/ 191612 h 577129"/>
              <a:gd name="connsiteX5" fmla="*/ 210431 w 605542"/>
              <a:gd name="connsiteY5" fmla="*/ 208213 h 577129"/>
              <a:gd name="connsiteX6" fmla="*/ 455933 w 605542"/>
              <a:gd name="connsiteY6" fmla="*/ 208213 h 577129"/>
              <a:gd name="connsiteX7" fmla="*/ 455933 w 605542"/>
              <a:gd name="connsiteY7" fmla="*/ 191612 h 577129"/>
              <a:gd name="connsiteX8" fmla="*/ 167975 w 605542"/>
              <a:gd name="connsiteY8" fmla="*/ 182389 h 577129"/>
              <a:gd name="connsiteX9" fmla="*/ 149516 w 605542"/>
              <a:gd name="connsiteY9" fmla="*/ 198991 h 577129"/>
              <a:gd name="connsiteX10" fmla="*/ 167975 w 605542"/>
              <a:gd name="connsiteY10" fmla="*/ 217436 h 577129"/>
              <a:gd name="connsiteX11" fmla="*/ 184588 w 605542"/>
              <a:gd name="connsiteY11" fmla="*/ 198991 h 577129"/>
              <a:gd name="connsiteX12" fmla="*/ 167975 w 605542"/>
              <a:gd name="connsiteY12" fmla="*/ 182389 h 577129"/>
              <a:gd name="connsiteX13" fmla="*/ 114444 w 605542"/>
              <a:gd name="connsiteY13" fmla="*/ 182389 h 577129"/>
              <a:gd name="connsiteX14" fmla="*/ 95985 w 605542"/>
              <a:gd name="connsiteY14" fmla="*/ 198991 h 577129"/>
              <a:gd name="connsiteX15" fmla="*/ 114444 w 605542"/>
              <a:gd name="connsiteY15" fmla="*/ 217436 h 577129"/>
              <a:gd name="connsiteX16" fmla="*/ 131058 w 605542"/>
              <a:gd name="connsiteY16" fmla="*/ 198991 h 577129"/>
              <a:gd name="connsiteX17" fmla="*/ 114444 w 605542"/>
              <a:gd name="connsiteY17" fmla="*/ 182389 h 577129"/>
              <a:gd name="connsiteX18" fmla="*/ 60914 w 605542"/>
              <a:gd name="connsiteY18" fmla="*/ 182389 h 577129"/>
              <a:gd name="connsiteX19" fmla="*/ 44301 w 605542"/>
              <a:gd name="connsiteY19" fmla="*/ 198991 h 577129"/>
              <a:gd name="connsiteX20" fmla="*/ 60914 w 605542"/>
              <a:gd name="connsiteY20" fmla="*/ 217436 h 577129"/>
              <a:gd name="connsiteX21" fmla="*/ 79373 w 605542"/>
              <a:gd name="connsiteY21" fmla="*/ 198991 h 577129"/>
              <a:gd name="connsiteX22" fmla="*/ 60914 w 605542"/>
              <a:gd name="connsiteY22" fmla="*/ 182389 h 577129"/>
              <a:gd name="connsiteX23" fmla="*/ 35071 w 605542"/>
              <a:gd name="connsiteY23" fmla="*/ 156565 h 577129"/>
              <a:gd name="connsiteX24" fmla="*/ 455933 w 605542"/>
              <a:gd name="connsiteY24" fmla="*/ 156565 h 577129"/>
              <a:gd name="connsiteX25" fmla="*/ 491004 w 605542"/>
              <a:gd name="connsiteY25" fmla="*/ 191612 h 577129"/>
              <a:gd name="connsiteX26" fmla="*/ 491004 w 605542"/>
              <a:gd name="connsiteY26" fmla="*/ 542082 h 577129"/>
              <a:gd name="connsiteX27" fmla="*/ 455933 w 605542"/>
              <a:gd name="connsiteY27" fmla="*/ 577129 h 577129"/>
              <a:gd name="connsiteX28" fmla="*/ 35071 w 605542"/>
              <a:gd name="connsiteY28" fmla="*/ 577129 h 577129"/>
              <a:gd name="connsiteX29" fmla="*/ 0 w 605542"/>
              <a:gd name="connsiteY29" fmla="*/ 542082 h 577129"/>
              <a:gd name="connsiteX30" fmla="*/ 0 w 605542"/>
              <a:gd name="connsiteY30" fmla="*/ 191612 h 577129"/>
              <a:gd name="connsiteX31" fmla="*/ 35071 w 605542"/>
              <a:gd name="connsiteY31" fmla="*/ 156565 h 577129"/>
              <a:gd name="connsiteX32" fmla="*/ 324969 w 605542"/>
              <a:gd name="connsiteY32" fmla="*/ 35023 h 577129"/>
              <a:gd name="connsiteX33" fmla="*/ 324969 w 605542"/>
              <a:gd name="connsiteY33" fmla="*/ 51612 h 577129"/>
              <a:gd name="connsiteX34" fmla="*/ 570471 w 605542"/>
              <a:gd name="connsiteY34" fmla="*/ 51612 h 577129"/>
              <a:gd name="connsiteX35" fmla="*/ 570471 w 605542"/>
              <a:gd name="connsiteY35" fmla="*/ 35023 h 577129"/>
              <a:gd name="connsiteX36" fmla="*/ 282513 w 605542"/>
              <a:gd name="connsiteY36" fmla="*/ 25806 h 577129"/>
              <a:gd name="connsiteX37" fmla="*/ 265900 w 605542"/>
              <a:gd name="connsiteY37" fmla="*/ 44239 h 577129"/>
              <a:gd name="connsiteX38" fmla="*/ 282513 w 605542"/>
              <a:gd name="connsiteY38" fmla="*/ 60829 h 577129"/>
              <a:gd name="connsiteX39" fmla="*/ 300972 w 605542"/>
              <a:gd name="connsiteY39" fmla="*/ 44239 h 577129"/>
              <a:gd name="connsiteX40" fmla="*/ 282513 w 605542"/>
              <a:gd name="connsiteY40" fmla="*/ 25806 h 577129"/>
              <a:gd name="connsiteX41" fmla="*/ 228983 w 605542"/>
              <a:gd name="connsiteY41" fmla="*/ 25806 h 577129"/>
              <a:gd name="connsiteX42" fmla="*/ 212370 w 605542"/>
              <a:gd name="connsiteY42" fmla="*/ 44239 h 577129"/>
              <a:gd name="connsiteX43" fmla="*/ 228983 w 605542"/>
              <a:gd name="connsiteY43" fmla="*/ 60829 h 577129"/>
              <a:gd name="connsiteX44" fmla="*/ 247442 w 605542"/>
              <a:gd name="connsiteY44" fmla="*/ 44239 h 577129"/>
              <a:gd name="connsiteX45" fmla="*/ 228983 w 605542"/>
              <a:gd name="connsiteY45" fmla="*/ 25806 h 577129"/>
              <a:gd name="connsiteX46" fmla="*/ 177298 w 605542"/>
              <a:gd name="connsiteY46" fmla="*/ 25806 h 577129"/>
              <a:gd name="connsiteX47" fmla="*/ 158839 w 605542"/>
              <a:gd name="connsiteY47" fmla="*/ 44239 h 577129"/>
              <a:gd name="connsiteX48" fmla="*/ 177298 w 605542"/>
              <a:gd name="connsiteY48" fmla="*/ 60829 h 577129"/>
              <a:gd name="connsiteX49" fmla="*/ 193911 w 605542"/>
              <a:gd name="connsiteY49" fmla="*/ 44239 h 577129"/>
              <a:gd name="connsiteX50" fmla="*/ 177298 w 605542"/>
              <a:gd name="connsiteY50" fmla="*/ 25806 h 577129"/>
              <a:gd name="connsiteX51" fmla="*/ 149610 w 605542"/>
              <a:gd name="connsiteY51" fmla="*/ 0 h 577129"/>
              <a:gd name="connsiteX52" fmla="*/ 570471 w 605542"/>
              <a:gd name="connsiteY52" fmla="*/ 0 h 577129"/>
              <a:gd name="connsiteX53" fmla="*/ 605542 w 605542"/>
              <a:gd name="connsiteY53" fmla="*/ 35023 h 577129"/>
              <a:gd name="connsiteX54" fmla="*/ 605542 w 605542"/>
              <a:gd name="connsiteY54" fmla="*/ 385246 h 577129"/>
              <a:gd name="connsiteX55" fmla="*/ 570471 w 605542"/>
              <a:gd name="connsiteY55" fmla="*/ 420268 h 577129"/>
              <a:gd name="connsiteX56" fmla="*/ 509556 w 605542"/>
              <a:gd name="connsiteY56" fmla="*/ 420268 h 577129"/>
              <a:gd name="connsiteX57" fmla="*/ 509556 w 605542"/>
              <a:gd name="connsiteY57" fmla="*/ 385246 h 577129"/>
              <a:gd name="connsiteX58" fmla="*/ 570471 w 605542"/>
              <a:gd name="connsiteY58" fmla="*/ 385246 h 577129"/>
              <a:gd name="connsiteX59" fmla="*/ 570471 w 605542"/>
              <a:gd name="connsiteY59" fmla="*/ 86634 h 577129"/>
              <a:gd name="connsiteX60" fmla="*/ 149610 w 605542"/>
              <a:gd name="connsiteY60" fmla="*/ 86634 h 577129"/>
              <a:gd name="connsiteX61" fmla="*/ 149610 w 605542"/>
              <a:gd name="connsiteY61" fmla="*/ 136403 h 577129"/>
              <a:gd name="connsiteX62" fmla="*/ 114538 w 605542"/>
              <a:gd name="connsiteY62" fmla="*/ 136403 h 577129"/>
              <a:gd name="connsiteX63" fmla="*/ 114538 w 605542"/>
              <a:gd name="connsiteY63" fmla="*/ 35023 h 577129"/>
              <a:gd name="connsiteX64" fmla="*/ 149610 w 605542"/>
              <a:gd name="connsiteY64" fmla="*/ 0 h 57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05542" h="577129">
                <a:moveTo>
                  <a:pt x="35071" y="243260"/>
                </a:moveTo>
                <a:lnTo>
                  <a:pt x="35071" y="542082"/>
                </a:lnTo>
                <a:lnTo>
                  <a:pt x="455933" y="542082"/>
                </a:lnTo>
                <a:lnTo>
                  <a:pt x="455933" y="243260"/>
                </a:lnTo>
                <a:close/>
                <a:moveTo>
                  <a:pt x="210431" y="191612"/>
                </a:moveTo>
                <a:lnTo>
                  <a:pt x="210431" y="208213"/>
                </a:lnTo>
                <a:lnTo>
                  <a:pt x="455933" y="208213"/>
                </a:lnTo>
                <a:lnTo>
                  <a:pt x="455933" y="191612"/>
                </a:lnTo>
                <a:close/>
                <a:moveTo>
                  <a:pt x="167975" y="182389"/>
                </a:moveTo>
                <a:cubicBezTo>
                  <a:pt x="158746" y="182389"/>
                  <a:pt x="149516" y="189768"/>
                  <a:pt x="149516" y="198991"/>
                </a:cubicBezTo>
                <a:cubicBezTo>
                  <a:pt x="149516" y="210058"/>
                  <a:pt x="158746" y="217436"/>
                  <a:pt x="167975" y="217436"/>
                </a:cubicBezTo>
                <a:cubicBezTo>
                  <a:pt x="177205" y="217436"/>
                  <a:pt x="184588" y="210058"/>
                  <a:pt x="184588" y="198991"/>
                </a:cubicBezTo>
                <a:cubicBezTo>
                  <a:pt x="184588" y="189768"/>
                  <a:pt x="177205" y="182389"/>
                  <a:pt x="167975" y="182389"/>
                </a:cubicBezTo>
                <a:close/>
                <a:moveTo>
                  <a:pt x="114444" y="182389"/>
                </a:moveTo>
                <a:cubicBezTo>
                  <a:pt x="105215" y="182389"/>
                  <a:pt x="95985" y="189768"/>
                  <a:pt x="95985" y="198991"/>
                </a:cubicBezTo>
                <a:cubicBezTo>
                  <a:pt x="95985" y="210058"/>
                  <a:pt x="105215" y="217436"/>
                  <a:pt x="114444" y="217436"/>
                </a:cubicBezTo>
                <a:cubicBezTo>
                  <a:pt x="123674" y="217436"/>
                  <a:pt x="131058" y="210058"/>
                  <a:pt x="131058" y="198991"/>
                </a:cubicBezTo>
                <a:cubicBezTo>
                  <a:pt x="131058" y="189768"/>
                  <a:pt x="123674" y="182389"/>
                  <a:pt x="114444" y="182389"/>
                </a:cubicBezTo>
                <a:close/>
                <a:moveTo>
                  <a:pt x="60914" y="182389"/>
                </a:moveTo>
                <a:cubicBezTo>
                  <a:pt x="51684" y="182389"/>
                  <a:pt x="44301" y="189768"/>
                  <a:pt x="44301" y="198991"/>
                </a:cubicBezTo>
                <a:cubicBezTo>
                  <a:pt x="44301" y="210058"/>
                  <a:pt x="51684" y="217436"/>
                  <a:pt x="60914" y="217436"/>
                </a:cubicBezTo>
                <a:cubicBezTo>
                  <a:pt x="71989" y="217436"/>
                  <a:pt x="79373" y="210058"/>
                  <a:pt x="79373" y="198991"/>
                </a:cubicBezTo>
                <a:cubicBezTo>
                  <a:pt x="79373" y="189768"/>
                  <a:pt x="71989" y="182389"/>
                  <a:pt x="60914" y="182389"/>
                </a:cubicBezTo>
                <a:close/>
                <a:moveTo>
                  <a:pt x="35071" y="156565"/>
                </a:moveTo>
                <a:lnTo>
                  <a:pt x="455933" y="156565"/>
                </a:lnTo>
                <a:cubicBezTo>
                  <a:pt x="476237" y="156565"/>
                  <a:pt x="491004" y="171322"/>
                  <a:pt x="491004" y="191612"/>
                </a:cubicBezTo>
                <a:lnTo>
                  <a:pt x="491004" y="542082"/>
                </a:lnTo>
                <a:cubicBezTo>
                  <a:pt x="491004" y="560528"/>
                  <a:pt x="476237" y="577129"/>
                  <a:pt x="455933" y="577129"/>
                </a:cubicBezTo>
                <a:lnTo>
                  <a:pt x="35071" y="577129"/>
                </a:lnTo>
                <a:cubicBezTo>
                  <a:pt x="16613" y="577129"/>
                  <a:pt x="0" y="560528"/>
                  <a:pt x="0" y="542082"/>
                </a:cubicBezTo>
                <a:lnTo>
                  <a:pt x="0" y="191612"/>
                </a:lnTo>
                <a:cubicBezTo>
                  <a:pt x="0" y="171322"/>
                  <a:pt x="16613" y="156565"/>
                  <a:pt x="35071" y="156565"/>
                </a:cubicBezTo>
                <a:close/>
                <a:moveTo>
                  <a:pt x="324969" y="35023"/>
                </a:moveTo>
                <a:lnTo>
                  <a:pt x="324969" y="51612"/>
                </a:lnTo>
                <a:lnTo>
                  <a:pt x="570471" y="51612"/>
                </a:lnTo>
                <a:lnTo>
                  <a:pt x="570471" y="35023"/>
                </a:lnTo>
                <a:close/>
                <a:moveTo>
                  <a:pt x="282513" y="25806"/>
                </a:moveTo>
                <a:cubicBezTo>
                  <a:pt x="273284" y="25806"/>
                  <a:pt x="265900" y="33179"/>
                  <a:pt x="265900" y="44239"/>
                </a:cubicBezTo>
                <a:cubicBezTo>
                  <a:pt x="265900" y="53455"/>
                  <a:pt x="273284" y="60829"/>
                  <a:pt x="282513" y="60829"/>
                </a:cubicBezTo>
                <a:cubicBezTo>
                  <a:pt x="291743" y="60829"/>
                  <a:pt x="300972" y="53455"/>
                  <a:pt x="300972" y="44239"/>
                </a:cubicBezTo>
                <a:cubicBezTo>
                  <a:pt x="300972" y="33179"/>
                  <a:pt x="291743" y="25806"/>
                  <a:pt x="282513" y="25806"/>
                </a:cubicBezTo>
                <a:close/>
                <a:moveTo>
                  <a:pt x="228983" y="25806"/>
                </a:moveTo>
                <a:cubicBezTo>
                  <a:pt x="219753" y="25806"/>
                  <a:pt x="212370" y="33179"/>
                  <a:pt x="212370" y="44239"/>
                </a:cubicBezTo>
                <a:cubicBezTo>
                  <a:pt x="212370" y="53455"/>
                  <a:pt x="219753" y="60829"/>
                  <a:pt x="228983" y="60829"/>
                </a:cubicBezTo>
                <a:cubicBezTo>
                  <a:pt x="238212" y="60829"/>
                  <a:pt x="247442" y="53455"/>
                  <a:pt x="247442" y="44239"/>
                </a:cubicBezTo>
                <a:cubicBezTo>
                  <a:pt x="247442" y="33179"/>
                  <a:pt x="238212" y="25806"/>
                  <a:pt x="228983" y="25806"/>
                </a:cubicBezTo>
                <a:close/>
                <a:moveTo>
                  <a:pt x="177298" y="25806"/>
                </a:moveTo>
                <a:cubicBezTo>
                  <a:pt x="166223" y="25806"/>
                  <a:pt x="158839" y="33179"/>
                  <a:pt x="158839" y="44239"/>
                </a:cubicBezTo>
                <a:cubicBezTo>
                  <a:pt x="158839" y="53455"/>
                  <a:pt x="166223" y="60829"/>
                  <a:pt x="177298" y="60829"/>
                </a:cubicBezTo>
                <a:cubicBezTo>
                  <a:pt x="186528" y="60829"/>
                  <a:pt x="193911" y="53455"/>
                  <a:pt x="193911" y="44239"/>
                </a:cubicBezTo>
                <a:cubicBezTo>
                  <a:pt x="193911" y="33179"/>
                  <a:pt x="186528" y="25806"/>
                  <a:pt x="177298" y="25806"/>
                </a:cubicBezTo>
                <a:close/>
                <a:moveTo>
                  <a:pt x="149610" y="0"/>
                </a:moveTo>
                <a:lnTo>
                  <a:pt x="570471" y="0"/>
                </a:lnTo>
                <a:cubicBezTo>
                  <a:pt x="590775" y="0"/>
                  <a:pt x="605542" y="14746"/>
                  <a:pt x="605542" y="35023"/>
                </a:cubicBezTo>
                <a:lnTo>
                  <a:pt x="605542" y="385246"/>
                </a:lnTo>
                <a:cubicBezTo>
                  <a:pt x="605542" y="403679"/>
                  <a:pt x="590775" y="420268"/>
                  <a:pt x="570471" y="420268"/>
                </a:cubicBezTo>
                <a:lnTo>
                  <a:pt x="509556" y="420268"/>
                </a:lnTo>
                <a:lnTo>
                  <a:pt x="509556" y="385246"/>
                </a:lnTo>
                <a:lnTo>
                  <a:pt x="570471" y="385246"/>
                </a:lnTo>
                <a:lnTo>
                  <a:pt x="570471" y="86634"/>
                </a:lnTo>
                <a:lnTo>
                  <a:pt x="149610" y="86634"/>
                </a:lnTo>
                <a:lnTo>
                  <a:pt x="149610" y="136403"/>
                </a:lnTo>
                <a:lnTo>
                  <a:pt x="114538" y="136403"/>
                </a:lnTo>
                <a:lnTo>
                  <a:pt x="114538" y="35023"/>
                </a:lnTo>
                <a:cubicBezTo>
                  <a:pt x="114538" y="14746"/>
                  <a:pt x="131151" y="0"/>
                  <a:pt x="1496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-file-format-variant_29273"/>
          <p:cNvSpPr/>
          <p:nvPr/>
        </p:nvSpPr>
        <p:spPr>
          <a:xfrm>
            <a:off x="7652075" y="2323693"/>
            <a:ext cx="442955" cy="609685"/>
          </a:xfrm>
          <a:custGeom>
            <a:avLst/>
            <a:gdLst>
              <a:gd name="connsiteX0" fmla="*/ 237003 w 440751"/>
              <a:gd name="connsiteY0" fmla="*/ 458181 h 606651"/>
              <a:gd name="connsiteX1" fmla="*/ 237333 w 440751"/>
              <a:gd name="connsiteY1" fmla="*/ 458181 h 606651"/>
              <a:gd name="connsiteX2" fmla="*/ 243946 w 440751"/>
              <a:gd name="connsiteY2" fmla="*/ 483474 h 606651"/>
              <a:gd name="connsiteX3" fmla="*/ 252130 w 440751"/>
              <a:gd name="connsiteY3" fmla="*/ 511246 h 606651"/>
              <a:gd name="connsiteX4" fmla="*/ 223198 w 440751"/>
              <a:gd name="connsiteY4" fmla="*/ 511246 h 606651"/>
              <a:gd name="connsiteX5" fmla="*/ 230968 w 440751"/>
              <a:gd name="connsiteY5" fmla="*/ 483474 h 606651"/>
              <a:gd name="connsiteX6" fmla="*/ 237003 w 440751"/>
              <a:gd name="connsiteY6" fmla="*/ 458181 h 606651"/>
              <a:gd name="connsiteX7" fmla="*/ 99151 w 440751"/>
              <a:gd name="connsiteY7" fmla="*/ 457829 h 606651"/>
              <a:gd name="connsiteX8" fmla="*/ 140471 w 440751"/>
              <a:gd name="connsiteY8" fmla="*/ 499461 h 606651"/>
              <a:gd name="connsiteX9" fmla="*/ 96005 w 440751"/>
              <a:gd name="connsiteY9" fmla="*/ 545306 h 606651"/>
              <a:gd name="connsiteX10" fmla="*/ 85737 w 440751"/>
              <a:gd name="connsiteY10" fmla="*/ 544728 h 606651"/>
              <a:gd name="connsiteX11" fmla="*/ 85737 w 440751"/>
              <a:gd name="connsiteY11" fmla="*/ 458986 h 606651"/>
              <a:gd name="connsiteX12" fmla="*/ 99151 w 440751"/>
              <a:gd name="connsiteY12" fmla="*/ 457829 h 606651"/>
              <a:gd name="connsiteX13" fmla="*/ 289946 w 440751"/>
              <a:gd name="connsiteY13" fmla="*/ 436072 h 606651"/>
              <a:gd name="connsiteX14" fmla="*/ 289946 w 440751"/>
              <a:gd name="connsiteY14" fmla="*/ 460936 h 606651"/>
              <a:gd name="connsiteX15" fmla="*/ 325104 w 440751"/>
              <a:gd name="connsiteY15" fmla="*/ 460936 h 606651"/>
              <a:gd name="connsiteX16" fmla="*/ 325104 w 440751"/>
              <a:gd name="connsiteY16" fmla="*/ 567001 h 606651"/>
              <a:gd name="connsiteX17" fmla="*/ 354884 w 440751"/>
              <a:gd name="connsiteY17" fmla="*/ 567001 h 606651"/>
              <a:gd name="connsiteX18" fmla="*/ 354884 w 440751"/>
              <a:gd name="connsiteY18" fmla="*/ 460936 h 606651"/>
              <a:gd name="connsiteX19" fmla="*/ 390703 w 440751"/>
              <a:gd name="connsiteY19" fmla="*/ 460936 h 606651"/>
              <a:gd name="connsiteX20" fmla="*/ 390703 w 440751"/>
              <a:gd name="connsiteY20" fmla="*/ 436072 h 606651"/>
              <a:gd name="connsiteX21" fmla="*/ 218886 w 440751"/>
              <a:gd name="connsiteY21" fmla="*/ 436072 h 606651"/>
              <a:gd name="connsiteX22" fmla="*/ 178765 w 440751"/>
              <a:gd name="connsiteY22" fmla="*/ 567001 h 606651"/>
              <a:gd name="connsiteX23" fmla="*/ 209539 w 440751"/>
              <a:gd name="connsiteY23" fmla="*/ 567001 h 606651"/>
              <a:gd name="connsiteX24" fmla="*/ 218886 w 440751"/>
              <a:gd name="connsiteY24" fmla="*/ 533381 h 606651"/>
              <a:gd name="connsiteX25" fmla="*/ 256443 w 440751"/>
              <a:gd name="connsiteY25" fmla="*/ 533381 h 606651"/>
              <a:gd name="connsiteX26" fmla="*/ 266535 w 440751"/>
              <a:gd name="connsiteY26" fmla="*/ 567001 h 606651"/>
              <a:gd name="connsiteX27" fmla="*/ 298467 w 440751"/>
              <a:gd name="connsiteY27" fmla="*/ 567001 h 606651"/>
              <a:gd name="connsiteX28" fmla="*/ 257767 w 440751"/>
              <a:gd name="connsiteY28" fmla="*/ 436072 h 606651"/>
              <a:gd name="connsiteX29" fmla="*/ 96042 w 440751"/>
              <a:gd name="connsiteY29" fmla="*/ 435081 h 606651"/>
              <a:gd name="connsiteX30" fmla="*/ 56004 w 440751"/>
              <a:gd name="connsiteY30" fmla="*/ 437807 h 606651"/>
              <a:gd name="connsiteX31" fmla="*/ 56004 w 440751"/>
              <a:gd name="connsiteY31" fmla="*/ 566423 h 606651"/>
              <a:gd name="connsiteX32" fmla="*/ 89672 w 440751"/>
              <a:gd name="connsiteY32" fmla="*/ 568405 h 606651"/>
              <a:gd name="connsiteX33" fmla="*/ 150143 w 440751"/>
              <a:gd name="connsiteY33" fmla="*/ 551471 h 606651"/>
              <a:gd name="connsiteX34" fmla="*/ 171982 w 440751"/>
              <a:gd name="connsiteY34" fmla="*/ 498439 h 606651"/>
              <a:gd name="connsiteX35" fmla="*/ 149812 w 440751"/>
              <a:gd name="connsiteY35" fmla="*/ 449041 h 606651"/>
              <a:gd name="connsiteX36" fmla="*/ 96042 w 440751"/>
              <a:gd name="connsiteY36" fmla="*/ 435081 h 606651"/>
              <a:gd name="connsiteX37" fmla="*/ 295069 w 440751"/>
              <a:gd name="connsiteY37" fmla="*/ 267999 h 606651"/>
              <a:gd name="connsiteX38" fmla="*/ 272489 w 440751"/>
              <a:gd name="connsiteY38" fmla="*/ 290629 h 606651"/>
              <a:gd name="connsiteX39" fmla="*/ 295069 w 440751"/>
              <a:gd name="connsiteY39" fmla="*/ 313178 h 606651"/>
              <a:gd name="connsiteX40" fmla="*/ 317649 w 440751"/>
              <a:gd name="connsiteY40" fmla="*/ 290629 h 606651"/>
              <a:gd name="connsiteX41" fmla="*/ 295069 w 440751"/>
              <a:gd name="connsiteY41" fmla="*/ 267999 h 606651"/>
              <a:gd name="connsiteX42" fmla="*/ 289279 w 440751"/>
              <a:gd name="connsiteY42" fmla="*/ 245285 h 606651"/>
              <a:gd name="connsiteX43" fmla="*/ 300859 w 440751"/>
              <a:gd name="connsiteY43" fmla="*/ 245285 h 606651"/>
              <a:gd name="connsiteX44" fmla="*/ 301769 w 440751"/>
              <a:gd name="connsiteY44" fmla="*/ 245863 h 606651"/>
              <a:gd name="connsiteX45" fmla="*/ 310123 w 440751"/>
              <a:gd name="connsiteY45" fmla="*/ 254371 h 606651"/>
              <a:gd name="connsiteX46" fmla="*/ 322033 w 440751"/>
              <a:gd name="connsiteY46" fmla="*/ 254205 h 606651"/>
              <a:gd name="connsiteX47" fmla="*/ 323109 w 440751"/>
              <a:gd name="connsiteY47" fmla="*/ 254453 h 606651"/>
              <a:gd name="connsiteX48" fmla="*/ 331297 w 440751"/>
              <a:gd name="connsiteY48" fmla="*/ 262630 h 606651"/>
              <a:gd name="connsiteX49" fmla="*/ 331462 w 440751"/>
              <a:gd name="connsiteY49" fmla="*/ 263704 h 606651"/>
              <a:gd name="connsiteX50" fmla="*/ 331380 w 440751"/>
              <a:gd name="connsiteY50" fmla="*/ 275597 h 606651"/>
              <a:gd name="connsiteX51" fmla="*/ 339899 w 440751"/>
              <a:gd name="connsiteY51" fmla="*/ 283939 h 606651"/>
              <a:gd name="connsiteX52" fmla="*/ 340478 w 440751"/>
              <a:gd name="connsiteY52" fmla="*/ 284848 h 606651"/>
              <a:gd name="connsiteX53" fmla="*/ 340478 w 440751"/>
              <a:gd name="connsiteY53" fmla="*/ 296411 h 606651"/>
              <a:gd name="connsiteX54" fmla="*/ 339899 w 440751"/>
              <a:gd name="connsiteY54" fmla="*/ 297237 h 606651"/>
              <a:gd name="connsiteX55" fmla="*/ 331380 w 440751"/>
              <a:gd name="connsiteY55" fmla="*/ 305579 h 606651"/>
              <a:gd name="connsiteX56" fmla="*/ 331462 w 440751"/>
              <a:gd name="connsiteY56" fmla="*/ 317555 h 606651"/>
              <a:gd name="connsiteX57" fmla="*/ 331297 w 440751"/>
              <a:gd name="connsiteY57" fmla="*/ 318546 h 606651"/>
              <a:gd name="connsiteX58" fmla="*/ 323109 w 440751"/>
              <a:gd name="connsiteY58" fmla="*/ 326806 h 606651"/>
              <a:gd name="connsiteX59" fmla="*/ 322033 w 440751"/>
              <a:gd name="connsiteY59" fmla="*/ 326971 h 606651"/>
              <a:gd name="connsiteX60" fmla="*/ 310123 w 440751"/>
              <a:gd name="connsiteY60" fmla="*/ 326806 h 606651"/>
              <a:gd name="connsiteX61" fmla="*/ 301769 w 440751"/>
              <a:gd name="connsiteY61" fmla="*/ 335313 h 606651"/>
              <a:gd name="connsiteX62" fmla="*/ 300859 w 440751"/>
              <a:gd name="connsiteY62" fmla="*/ 335891 h 606651"/>
              <a:gd name="connsiteX63" fmla="*/ 289279 w 440751"/>
              <a:gd name="connsiteY63" fmla="*/ 335891 h 606651"/>
              <a:gd name="connsiteX64" fmla="*/ 288369 w 440751"/>
              <a:gd name="connsiteY64" fmla="*/ 335313 h 606651"/>
              <a:gd name="connsiteX65" fmla="*/ 280015 w 440751"/>
              <a:gd name="connsiteY65" fmla="*/ 326806 h 606651"/>
              <a:gd name="connsiteX66" fmla="*/ 274226 w 440751"/>
              <a:gd name="connsiteY66" fmla="*/ 325649 h 606651"/>
              <a:gd name="connsiteX67" fmla="*/ 268105 w 440751"/>
              <a:gd name="connsiteY67" fmla="*/ 326971 h 606651"/>
              <a:gd name="connsiteX68" fmla="*/ 267112 w 440751"/>
              <a:gd name="connsiteY68" fmla="*/ 326806 h 606651"/>
              <a:gd name="connsiteX69" fmla="*/ 258841 w 440751"/>
              <a:gd name="connsiteY69" fmla="*/ 318546 h 606651"/>
              <a:gd name="connsiteX70" fmla="*/ 258676 w 440751"/>
              <a:gd name="connsiteY70" fmla="*/ 317555 h 606651"/>
              <a:gd name="connsiteX71" fmla="*/ 258758 w 440751"/>
              <a:gd name="connsiteY71" fmla="*/ 305579 h 606651"/>
              <a:gd name="connsiteX72" fmla="*/ 250322 w 440751"/>
              <a:gd name="connsiteY72" fmla="*/ 297237 h 606651"/>
              <a:gd name="connsiteX73" fmla="*/ 249660 w 440751"/>
              <a:gd name="connsiteY73" fmla="*/ 296411 h 606651"/>
              <a:gd name="connsiteX74" fmla="*/ 249660 w 440751"/>
              <a:gd name="connsiteY74" fmla="*/ 284848 h 606651"/>
              <a:gd name="connsiteX75" fmla="*/ 250322 w 440751"/>
              <a:gd name="connsiteY75" fmla="*/ 283939 h 606651"/>
              <a:gd name="connsiteX76" fmla="*/ 258758 w 440751"/>
              <a:gd name="connsiteY76" fmla="*/ 275597 h 606651"/>
              <a:gd name="connsiteX77" fmla="*/ 258676 w 440751"/>
              <a:gd name="connsiteY77" fmla="*/ 263704 h 606651"/>
              <a:gd name="connsiteX78" fmla="*/ 258841 w 440751"/>
              <a:gd name="connsiteY78" fmla="*/ 262630 h 606651"/>
              <a:gd name="connsiteX79" fmla="*/ 267112 w 440751"/>
              <a:gd name="connsiteY79" fmla="*/ 254453 h 606651"/>
              <a:gd name="connsiteX80" fmla="*/ 268105 w 440751"/>
              <a:gd name="connsiteY80" fmla="*/ 254205 h 606651"/>
              <a:gd name="connsiteX81" fmla="*/ 280098 w 440751"/>
              <a:gd name="connsiteY81" fmla="*/ 254371 h 606651"/>
              <a:gd name="connsiteX82" fmla="*/ 288369 w 440751"/>
              <a:gd name="connsiteY82" fmla="*/ 245863 h 606651"/>
              <a:gd name="connsiteX83" fmla="*/ 289279 w 440751"/>
              <a:gd name="connsiteY83" fmla="*/ 245285 h 606651"/>
              <a:gd name="connsiteX84" fmla="*/ 173138 w 440751"/>
              <a:gd name="connsiteY84" fmla="*/ 177517 h 606651"/>
              <a:gd name="connsiteX85" fmla="*/ 128133 w 440751"/>
              <a:gd name="connsiteY85" fmla="*/ 222452 h 606651"/>
              <a:gd name="connsiteX86" fmla="*/ 173138 w 440751"/>
              <a:gd name="connsiteY86" fmla="*/ 267387 h 606651"/>
              <a:gd name="connsiteX87" fmla="*/ 218143 w 440751"/>
              <a:gd name="connsiteY87" fmla="*/ 222452 h 606651"/>
              <a:gd name="connsiteX88" fmla="*/ 173138 w 440751"/>
              <a:gd name="connsiteY88" fmla="*/ 177517 h 606651"/>
              <a:gd name="connsiteX89" fmla="*/ 161556 w 440751"/>
              <a:gd name="connsiteY89" fmla="*/ 132169 h 606651"/>
              <a:gd name="connsiteX90" fmla="*/ 184720 w 440751"/>
              <a:gd name="connsiteY90" fmla="*/ 132169 h 606651"/>
              <a:gd name="connsiteX91" fmla="*/ 186457 w 440751"/>
              <a:gd name="connsiteY91" fmla="*/ 133325 h 606651"/>
              <a:gd name="connsiteX92" fmla="*/ 203086 w 440751"/>
              <a:gd name="connsiteY92" fmla="*/ 150341 h 606651"/>
              <a:gd name="connsiteX93" fmla="*/ 226829 w 440751"/>
              <a:gd name="connsiteY93" fmla="*/ 150011 h 606651"/>
              <a:gd name="connsiteX94" fmla="*/ 228897 w 440751"/>
              <a:gd name="connsiteY94" fmla="*/ 150424 h 606651"/>
              <a:gd name="connsiteX95" fmla="*/ 245278 w 440751"/>
              <a:gd name="connsiteY95" fmla="*/ 166779 h 606651"/>
              <a:gd name="connsiteX96" fmla="*/ 245691 w 440751"/>
              <a:gd name="connsiteY96" fmla="*/ 168844 h 606651"/>
              <a:gd name="connsiteX97" fmla="*/ 245443 w 440751"/>
              <a:gd name="connsiteY97" fmla="*/ 192633 h 606651"/>
              <a:gd name="connsiteX98" fmla="*/ 262403 w 440751"/>
              <a:gd name="connsiteY98" fmla="*/ 209153 h 606651"/>
              <a:gd name="connsiteX99" fmla="*/ 263561 w 440751"/>
              <a:gd name="connsiteY99" fmla="*/ 210970 h 606651"/>
              <a:gd name="connsiteX100" fmla="*/ 263561 w 440751"/>
              <a:gd name="connsiteY100" fmla="*/ 234016 h 606651"/>
              <a:gd name="connsiteX101" fmla="*/ 262403 w 440751"/>
              <a:gd name="connsiteY101" fmla="*/ 235750 h 606651"/>
              <a:gd name="connsiteX102" fmla="*/ 245443 w 440751"/>
              <a:gd name="connsiteY102" fmla="*/ 252353 h 606651"/>
              <a:gd name="connsiteX103" fmla="*/ 245691 w 440751"/>
              <a:gd name="connsiteY103" fmla="*/ 276142 h 606651"/>
              <a:gd name="connsiteX104" fmla="*/ 245278 w 440751"/>
              <a:gd name="connsiteY104" fmla="*/ 278207 h 606651"/>
              <a:gd name="connsiteX105" fmla="*/ 228897 w 440751"/>
              <a:gd name="connsiteY105" fmla="*/ 294562 h 606651"/>
              <a:gd name="connsiteX106" fmla="*/ 226829 w 440751"/>
              <a:gd name="connsiteY106" fmla="*/ 294893 h 606651"/>
              <a:gd name="connsiteX107" fmla="*/ 203086 w 440751"/>
              <a:gd name="connsiteY107" fmla="*/ 294645 h 606651"/>
              <a:gd name="connsiteX108" fmla="*/ 186457 w 440751"/>
              <a:gd name="connsiteY108" fmla="*/ 311578 h 606651"/>
              <a:gd name="connsiteX109" fmla="*/ 184720 w 440751"/>
              <a:gd name="connsiteY109" fmla="*/ 312817 h 606651"/>
              <a:gd name="connsiteX110" fmla="*/ 161556 w 440751"/>
              <a:gd name="connsiteY110" fmla="*/ 312817 h 606651"/>
              <a:gd name="connsiteX111" fmla="*/ 159818 w 440751"/>
              <a:gd name="connsiteY111" fmla="*/ 311578 h 606651"/>
              <a:gd name="connsiteX112" fmla="*/ 143190 w 440751"/>
              <a:gd name="connsiteY112" fmla="*/ 294645 h 606651"/>
              <a:gd name="connsiteX113" fmla="*/ 131608 w 440751"/>
              <a:gd name="connsiteY113" fmla="*/ 292332 h 606651"/>
              <a:gd name="connsiteX114" fmla="*/ 119446 w 440751"/>
              <a:gd name="connsiteY114" fmla="*/ 294893 h 606651"/>
              <a:gd name="connsiteX115" fmla="*/ 117378 w 440751"/>
              <a:gd name="connsiteY115" fmla="*/ 294562 h 606651"/>
              <a:gd name="connsiteX116" fmla="*/ 100998 w 440751"/>
              <a:gd name="connsiteY116" fmla="*/ 278207 h 606651"/>
              <a:gd name="connsiteX117" fmla="*/ 100584 w 440751"/>
              <a:gd name="connsiteY117" fmla="*/ 276142 h 606651"/>
              <a:gd name="connsiteX118" fmla="*/ 100832 w 440751"/>
              <a:gd name="connsiteY118" fmla="*/ 252353 h 606651"/>
              <a:gd name="connsiteX119" fmla="*/ 83873 w 440751"/>
              <a:gd name="connsiteY119" fmla="*/ 235750 h 606651"/>
              <a:gd name="connsiteX120" fmla="*/ 82632 w 440751"/>
              <a:gd name="connsiteY120" fmla="*/ 234016 h 606651"/>
              <a:gd name="connsiteX121" fmla="*/ 82632 w 440751"/>
              <a:gd name="connsiteY121" fmla="*/ 210970 h 606651"/>
              <a:gd name="connsiteX122" fmla="*/ 83873 w 440751"/>
              <a:gd name="connsiteY122" fmla="*/ 209153 h 606651"/>
              <a:gd name="connsiteX123" fmla="*/ 100832 w 440751"/>
              <a:gd name="connsiteY123" fmla="*/ 192633 h 606651"/>
              <a:gd name="connsiteX124" fmla="*/ 100584 w 440751"/>
              <a:gd name="connsiteY124" fmla="*/ 168844 h 606651"/>
              <a:gd name="connsiteX125" fmla="*/ 100998 w 440751"/>
              <a:gd name="connsiteY125" fmla="*/ 166779 h 606651"/>
              <a:gd name="connsiteX126" fmla="*/ 117378 w 440751"/>
              <a:gd name="connsiteY126" fmla="*/ 150424 h 606651"/>
              <a:gd name="connsiteX127" fmla="*/ 119446 w 440751"/>
              <a:gd name="connsiteY127" fmla="*/ 150011 h 606651"/>
              <a:gd name="connsiteX128" fmla="*/ 143190 w 440751"/>
              <a:gd name="connsiteY128" fmla="*/ 150341 h 606651"/>
              <a:gd name="connsiteX129" fmla="*/ 159818 w 440751"/>
              <a:gd name="connsiteY129" fmla="*/ 133325 h 606651"/>
              <a:gd name="connsiteX130" fmla="*/ 161556 w 440751"/>
              <a:gd name="connsiteY130" fmla="*/ 132169 h 606651"/>
              <a:gd name="connsiteX131" fmla="*/ 23824 w 440751"/>
              <a:gd name="connsiteY131" fmla="*/ 23790 h 606651"/>
              <a:gd name="connsiteX132" fmla="*/ 23824 w 440751"/>
              <a:gd name="connsiteY132" fmla="*/ 403939 h 606651"/>
              <a:gd name="connsiteX133" fmla="*/ 416927 w 440751"/>
              <a:gd name="connsiteY133" fmla="*/ 403939 h 606651"/>
              <a:gd name="connsiteX134" fmla="*/ 416927 w 440751"/>
              <a:gd name="connsiteY134" fmla="*/ 157445 h 606651"/>
              <a:gd name="connsiteX135" fmla="*/ 311702 w 440751"/>
              <a:gd name="connsiteY135" fmla="*/ 157445 h 606651"/>
              <a:gd name="connsiteX136" fmla="*/ 299790 w 440751"/>
              <a:gd name="connsiteY136" fmla="*/ 145550 h 606651"/>
              <a:gd name="connsiteX137" fmla="*/ 299790 w 440751"/>
              <a:gd name="connsiteY137" fmla="*/ 23790 h 606651"/>
              <a:gd name="connsiteX138" fmla="*/ 23824 w 440751"/>
              <a:gd name="connsiteY138" fmla="*/ 0 h 606651"/>
              <a:gd name="connsiteX139" fmla="*/ 311702 w 440751"/>
              <a:gd name="connsiteY139" fmla="*/ 0 h 606651"/>
              <a:gd name="connsiteX140" fmla="*/ 314432 w 440751"/>
              <a:gd name="connsiteY140" fmla="*/ 330 h 606651"/>
              <a:gd name="connsiteX141" fmla="*/ 315094 w 440751"/>
              <a:gd name="connsiteY141" fmla="*/ 578 h 606651"/>
              <a:gd name="connsiteX142" fmla="*/ 317410 w 440751"/>
              <a:gd name="connsiteY142" fmla="*/ 1569 h 606651"/>
              <a:gd name="connsiteX143" fmla="*/ 318238 w 440751"/>
              <a:gd name="connsiteY143" fmla="*/ 1982 h 606651"/>
              <a:gd name="connsiteX144" fmla="*/ 320554 w 440751"/>
              <a:gd name="connsiteY144" fmla="*/ 3965 h 606651"/>
              <a:gd name="connsiteX145" fmla="*/ 320637 w 440751"/>
              <a:gd name="connsiteY145" fmla="*/ 4048 h 606651"/>
              <a:gd name="connsiteX146" fmla="*/ 437773 w 440751"/>
              <a:gd name="connsiteY146" fmla="*/ 137702 h 606651"/>
              <a:gd name="connsiteX147" fmla="*/ 440668 w 440751"/>
              <a:gd name="connsiteY147" fmla="*/ 145385 h 606651"/>
              <a:gd name="connsiteX148" fmla="*/ 440751 w 440751"/>
              <a:gd name="connsiteY148" fmla="*/ 146706 h 606651"/>
              <a:gd name="connsiteX149" fmla="*/ 440751 w 440751"/>
              <a:gd name="connsiteY149" fmla="*/ 582861 h 606651"/>
              <a:gd name="connsiteX150" fmla="*/ 416927 w 440751"/>
              <a:gd name="connsiteY150" fmla="*/ 606651 h 606651"/>
              <a:gd name="connsiteX151" fmla="*/ 23824 w 440751"/>
              <a:gd name="connsiteY151" fmla="*/ 606651 h 606651"/>
              <a:gd name="connsiteX152" fmla="*/ 0 w 440751"/>
              <a:gd name="connsiteY152" fmla="*/ 582861 h 606651"/>
              <a:gd name="connsiteX153" fmla="*/ 0 w 440751"/>
              <a:gd name="connsiteY153" fmla="*/ 23790 h 606651"/>
              <a:gd name="connsiteX154" fmla="*/ 23824 w 440751"/>
              <a:gd name="connsiteY154" fmla="*/ 0 h 606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440751" h="606651">
                <a:moveTo>
                  <a:pt x="237003" y="458181"/>
                </a:moveTo>
                <a:lnTo>
                  <a:pt x="237333" y="458181"/>
                </a:lnTo>
                <a:cubicBezTo>
                  <a:pt x="239317" y="465951"/>
                  <a:pt x="241632" y="475704"/>
                  <a:pt x="243946" y="483474"/>
                </a:cubicBezTo>
                <a:lnTo>
                  <a:pt x="252130" y="511246"/>
                </a:lnTo>
                <a:lnTo>
                  <a:pt x="223198" y="511246"/>
                </a:lnTo>
                <a:lnTo>
                  <a:pt x="230968" y="483474"/>
                </a:lnTo>
                <a:cubicBezTo>
                  <a:pt x="233117" y="475869"/>
                  <a:pt x="235019" y="465951"/>
                  <a:pt x="237003" y="458181"/>
                </a:cubicBezTo>
                <a:close/>
                <a:moveTo>
                  <a:pt x="99151" y="457829"/>
                </a:moveTo>
                <a:cubicBezTo>
                  <a:pt x="124655" y="457829"/>
                  <a:pt x="140637" y="472202"/>
                  <a:pt x="140471" y="499461"/>
                </a:cubicBezTo>
                <a:cubicBezTo>
                  <a:pt x="140471" y="530685"/>
                  <a:pt x="122917" y="545471"/>
                  <a:pt x="96005" y="545306"/>
                </a:cubicBezTo>
                <a:cubicBezTo>
                  <a:pt x="92361" y="545306"/>
                  <a:pt x="88221" y="545306"/>
                  <a:pt x="85737" y="544728"/>
                </a:cubicBezTo>
                <a:lnTo>
                  <a:pt x="85737" y="458986"/>
                </a:lnTo>
                <a:cubicBezTo>
                  <a:pt x="88221" y="458407"/>
                  <a:pt x="92527" y="457829"/>
                  <a:pt x="99151" y="457829"/>
                </a:cubicBezTo>
                <a:close/>
                <a:moveTo>
                  <a:pt x="289946" y="436072"/>
                </a:moveTo>
                <a:lnTo>
                  <a:pt x="289946" y="460936"/>
                </a:lnTo>
                <a:lnTo>
                  <a:pt x="325104" y="460936"/>
                </a:lnTo>
                <a:lnTo>
                  <a:pt x="325104" y="567001"/>
                </a:lnTo>
                <a:lnTo>
                  <a:pt x="354884" y="567001"/>
                </a:lnTo>
                <a:lnTo>
                  <a:pt x="354884" y="460936"/>
                </a:lnTo>
                <a:lnTo>
                  <a:pt x="390703" y="460936"/>
                </a:lnTo>
                <a:lnTo>
                  <a:pt x="390703" y="436072"/>
                </a:lnTo>
                <a:close/>
                <a:moveTo>
                  <a:pt x="218886" y="436072"/>
                </a:moveTo>
                <a:lnTo>
                  <a:pt x="178765" y="567001"/>
                </a:lnTo>
                <a:lnTo>
                  <a:pt x="209539" y="567001"/>
                </a:lnTo>
                <a:lnTo>
                  <a:pt x="218886" y="533381"/>
                </a:lnTo>
                <a:lnTo>
                  <a:pt x="256443" y="533381"/>
                </a:lnTo>
                <a:lnTo>
                  <a:pt x="266535" y="567001"/>
                </a:lnTo>
                <a:lnTo>
                  <a:pt x="298467" y="567001"/>
                </a:lnTo>
                <a:lnTo>
                  <a:pt x="257767" y="436072"/>
                </a:lnTo>
                <a:close/>
                <a:moveTo>
                  <a:pt x="96042" y="435081"/>
                </a:moveTo>
                <a:cubicBezTo>
                  <a:pt x="81069" y="435081"/>
                  <a:pt x="66923" y="436072"/>
                  <a:pt x="56004" y="437807"/>
                </a:cubicBezTo>
                <a:lnTo>
                  <a:pt x="56004" y="566423"/>
                </a:lnTo>
                <a:cubicBezTo>
                  <a:pt x="63366" y="567414"/>
                  <a:pt x="74286" y="568405"/>
                  <a:pt x="89672" y="568405"/>
                </a:cubicBezTo>
                <a:cubicBezTo>
                  <a:pt x="115317" y="568405"/>
                  <a:pt x="136328" y="562953"/>
                  <a:pt x="150143" y="551471"/>
                </a:cubicBezTo>
                <a:cubicBezTo>
                  <a:pt x="162800" y="540815"/>
                  <a:pt x="171982" y="523468"/>
                  <a:pt x="171982" y="498439"/>
                </a:cubicBezTo>
                <a:cubicBezTo>
                  <a:pt x="171982" y="475309"/>
                  <a:pt x="163379" y="459201"/>
                  <a:pt x="149812" y="449041"/>
                </a:cubicBezTo>
                <a:cubicBezTo>
                  <a:pt x="137156" y="439541"/>
                  <a:pt x="120942" y="435081"/>
                  <a:pt x="96042" y="435081"/>
                </a:cubicBezTo>
                <a:close/>
                <a:moveTo>
                  <a:pt x="295069" y="267999"/>
                </a:moveTo>
                <a:cubicBezTo>
                  <a:pt x="282580" y="267999"/>
                  <a:pt x="272489" y="278158"/>
                  <a:pt x="272489" y="290629"/>
                </a:cubicBezTo>
                <a:cubicBezTo>
                  <a:pt x="272489" y="303019"/>
                  <a:pt x="282580" y="313178"/>
                  <a:pt x="295069" y="313178"/>
                </a:cubicBezTo>
                <a:cubicBezTo>
                  <a:pt x="307559" y="313178"/>
                  <a:pt x="317649" y="303019"/>
                  <a:pt x="317649" y="290629"/>
                </a:cubicBezTo>
                <a:cubicBezTo>
                  <a:pt x="317649" y="278158"/>
                  <a:pt x="307559" y="267999"/>
                  <a:pt x="295069" y="267999"/>
                </a:cubicBezTo>
                <a:close/>
                <a:moveTo>
                  <a:pt x="289279" y="245285"/>
                </a:moveTo>
                <a:lnTo>
                  <a:pt x="300859" y="245285"/>
                </a:lnTo>
                <a:cubicBezTo>
                  <a:pt x="301272" y="245285"/>
                  <a:pt x="301603" y="245533"/>
                  <a:pt x="301769" y="245863"/>
                </a:cubicBezTo>
                <a:cubicBezTo>
                  <a:pt x="303258" y="249663"/>
                  <a:pt x="306318" y="252801"/>
                  <a:pt x="310123" y="254371"/>
                </a:cubicBezTo>
                <a:cubicBezTo>
                  <a:pt x="313927" y="255940"/>
                  <a:pt x="318311" y="255857"/>
                  <a:pt x="322033" y="254205"/>
                </a:cubicBezTo>
                <a:cubicBezTo>
                  <a:pt x="322281" y="254123"/>
                  <a:pt x="322612" y="253958"/>
                  <a:pt x="323109" y="254453"/>
                </a:cubicBezTo>
                <a:lnTo>
                  <a:pt x="331297" y="262630"/>
                </a:lnTo>
                <a:cubicBezTo>
                  <a:pt x="331545" y="262878"/>
                  <a:pt x="331628" y="263373"/>
                  <a:pt x="331462" y="263704"/>
                </a:cubicBezTo>
                <a:cubicBezTo>
                  <a:pt x="329808" y="267420"/>
                  <a:pt x="329808" y="271798"/>
                  <a:pt x="331380" y="275597"/>
                </a:cubicBezTo>
                <a:cubicBezTo>
                  <a:pt x="332951" y="279397"/>
                  <a:pt x="336094" y="282453"/>
                  <a:pt x="339899" y="283939"/>
                </a:cubicBezTo>
                <a:cubicBezTo>
                  <a:pt x="340230" y="284104"/>
                  <a:pt x="340478" y="284435"/>
                  <a:pt x="340478" y="284848"/>
                </a:cubicBezTo>
                <a:lnTo>
                  <a:pt x="340478" y="296411"/>
                </a:lnTo>
                <a:cubicBezTo>
                  <a:pt x="340478" y="296824"/>
                  <a:pt x="340230" y="297154"/>
                  <a:pt x="339899" y="297237"/>
                </a:cubicBezTo>
                <a:cubicBezTo>
                  <a:pt x="336012" y="298724"/>
                  <a:pt x="332951" y="301780"/>
                  <a:pt x="331380" y="305579"/>
                </a:cubicBezTo>
                <a:cubicBezTo>
                  <a:pt x="329808" y="309378"/>
                  <a:pt x="329808" y="313756"/>
                  <a:pt x="331462" y="317555"/>
                </a:cubicBezTo>
                <a:cubicBezTo>
                  <a:pt x="331628" y="317886"/>
                  <a:pt x="331545" y="318299"/>
                  <a:pt x="331297" y="318546"/>
                </a:cubicBezTo>
                <a:lnTo>
                  <a:pt x="323109" y="326806"/>
                </a:lnTo>
                <a:cubicBezTo>
                  <a:pt x="322612" y="327219"/>
                  <a:pt x="322281" y="327054"/>
                  <a:pt x="322033" y="326971"/>
                </a:cubicBezTo>
                <a:cubicBezTo>
                  <a:pt x="318311" y="325319"/>
                  <a:pt x="313927" y="325236"/>
                  <a:pt x="310123" y="326806"/>
                </a:cubicBezTo>
                <a:cubicBezTo>
                  <a:pt x="306318" y="328375"/>
                  <a:pt x="303258" y="331514"/>
                  <a:pt x="301769" y="335313"/>
                </a:cubicBezTo>
                <a:cubicBezTo>
                  <a:pt x="301603" y="335726"/>
                  <a:pt x="301272" y="335891"/>
                  <a:pt x="300859" y="335891"/>
                </a:cubicBezTo>
                <a:lnTo>
                  <a:pt x="289279" y="335891"/>
                </a:lnTo>
                <a:cubicBezTo>
                  <a:pt x="288866" y="335891"/>
                  <a:pt x="288535" y="335726"/>
                  <a:pt x="288369" y="335313"/>
                </a:cubicBezTo>
                <a:cubicBezTo>
                  <a:pt x="286881" y="331514"/>
                  <a:pt x="283820" y="328375"/>
                  <a:pt x="280015" y="326806"/>
                </a:cubicBezTo>
                <a:cubicBezTo>
                  <a:pt x="278196" y="326062"/>
                  <a:pt x="276211" y="325649"/>
                  <a:pt x="274226" y="325649"/>
                </a:cubicBezTo>
                <a:cubicBezTo>
                  <a:pt x="272075" y="325649"/>
                  <a:pt x="270090" y="326145"/>
                  <a:pt x="268105" y="326971"/>
                </a:cubicBezTo>
                <a:cubicBezTo>
                  <a:pt x="267857" y="327054"/>
                  <a:pt x="267526" y="327219"/>
                  <a:pt x="267112" y="326806"/>
                </a:cubicBezTo>
                <a:lnTo>
                  <a:pt x="258841" y="318546"/>
                </a:lnTo>
                <a:cubicBezTo>
                  <a:pt x="258593" y="318299"/>
                  <a:pt x="258510" y="317886"/>
                  <a:pt x="258676" y="317555"/>
                </a:cubicBezTo>
                <a:cubicBezTo>
                  <a:pt x="260330" y="313756"/>
                  <a:pt x="260330" y="309378"/>
                  <a:pt x="258758" y="305579"/>
                </a:cubicBezTo>
                <a:cubicBezTo>
                  <a:pt x="257187" y="301780"/>
                  <a:pt x="254127" y="298724"/>
                  <a:pt x="250322" y="297237"/>
                </a:cubicBezTo>
                <a:cubicBezTo>
                  <a:pt x="249908" y="297154"/>
                  <a:pt x="249660" y="296824"/>
                  <a:pt x="249660" y="296411"/>
                </a:cubicBezTo>
                <a:lnTo>
                  <a:pt x="249660" y="284848"/>
                </a:lnTo>
                <a:cubicBezTo>
                  <a:pt x="249660" y="284435"/>
                  <a:pt x="249908" y="284022"/>
                  <a:pt x="250322" y="283939"/>
                </a:cubicBezTo>
                <a:cubicBezTo>
                  <a:pt x="254127" y="282453"/>
                  <a:pt x="257187" y="279397"/>
                  <a:pt x="258758" y="275597"/>
                </a:cubicBezTo>
                <a:cubicBezTo>
                  <a:pt x="260330" y="271798"/>
                  <a:pt x="260330" y="267420"/>
                  <a:pt x="258676" y="263704"/>
                </a:cubicBezTo>
                <a:cubicBezTo>
                  <a:pt x="258510" y="263373"/>
                  <a:pt x="258593" y="262878"/>
                  <a:pt x="258841" y="262630"/>
                </a:cubicBezTo>
                <a:lnTo>
                  <a:pt x="267112" y="254453"/>
                </a:lnTo>
                <a:cubicBezTo>
                  <a:pt x="267526" y="253958"/>
                  <a:pt x="267857" y="254123"/>
                  <a:pt x="268105" y="254205"/>
                </a:cubicBezTo>
                <a:cubicBezTo>
                  <a:pt x="271910" y="255857"/>
                  <a:pt x="276293" y="255940"/>
                  <a:pt x="280098" y="254371"/>
                </a:cubicBezTo>
                <a:cubicBezTo>
                  <a:pt x="283820" y="252801"/>
                  <a:pt x="286881" y="249663"/>
                  <a:pt x="288369" y="245863"/>
                </a:cubicBezTo>
                <a:cubicBezTo>
                  <a:pt x="288535" y="245450"/>
                  <a:pt x="288866" y="245285"/>
                  <a:pt x="289279" y="245285"/>
                </a:cubicBezTo>
                <a:close/>
                <a:moveTo>
                  <a:pt x="173138" y="177517"/>
                </a:moveTo>
                <a:cubicBezTo>
                  <a:pt x="148319" y="177517"/>
                  <a:pt x="128133" y="197754"/>
                  <a:pt x="128133" y="222452"/>
                </a:cubicBezTo>
                <a:cubicBezTo>
                  <a:pt x="128133" y="247232"/>
                  <a:pt x="148319" y="267387"/>
                  <a:pt x="173138" y="267387"/>
                </a:cubicBezTo>
                <a:cubicBezTo>
                  <a:pt x="197957" y="267387"/>
                  <a:pt x="218143" y="247232"/>
                  <a:pt x="218143" y="222452"/>
                </a:cubicBezTo>
                <a:cubicBezTo>
                  <a:pt x="218143" y="197754"/>
                  <a:pt x="197957" y="177517"/>
                  <a:pt x="173138" y="177517"/>
                </a:cubicBezTo>
                <a:close/>
                <a:moveTo>
                  <a:pt x="161556" y="132169"/>
                </a:moveTo>
                <a:lnTo>
                  <a:pt x="184720" y="132169"/>
                </a:lnTo>
                <a:cubicBezTo>
                  <a:pt x="185464" y="132169"/>
                  <a:pt x="186126" y="132664"/>
                  <a:pt x="186457" y="133325"/>
                </a:cubicBezTo>
                <a:cubicBezTo>
                  <a:pt x="189435" y="141007"/>
                  <a:pt x="195475" y="147202"/>
                  <a:pt x="203086" y="150341"/>
                </a:cubicBezTo>
                <a:cubicBezTo>
                  <a:pt x="210614" y="153480"/>
                  <a:pt x="219383" y="153315"/>
                  <a:pt x="226829" y="150011"/>
                </a:cubicBezTo>
                <a:cubicBezTo>
                  <a:pt x="227325" y="149845"/>
                  <a:pt x="227987" y="149598"/>
                  <a:pt x="228897" y="150424"/>
                </a:cubicBezTo>
                <a:lnTo>
                  <a:pt x="245278" y="166779"/>
                </a:lnTo>
                <a:cubicBezTo>
                  <a:pt x="245774" y="167357"/>
                  <a:pt x="245940" y="168183"/>
                  <a:pt x="245691" y="168844"/>
                </a:cubicBezTo>
                <a:cubicBezTo>
                  <a:pt x="242382" y="176360"/>
                  <a:pt x="242299" y="185033"/>
                  <a:pt x="245443" y="192633"/>
                </a:cubicBezTo>
                <a:cubicBezTo>
                  <a:pt x="248587" y="200149"/>
                  <a:pt x="254709" y="206179"/>
                  <a:pt x="262403" y="209153"/>
                </a:cubicBezTo>
                <a:cubicBezTo>
                  <a:pt x="263065" y="209483"/>
                  <a:pt x="263561" y="210227"/>
                  <a:pt x="263561" y="210970"/>
                </a:cubicBezTo>
                <a:lnTo>
                  <a:pt x="263561" y="234016"/>
                </a:lnTo>
                <a:cubicBezTo>
                  <a:pt x="263561" y="234842"/>
                  <a:pt x="263065" y="235503"/>
                  <a:pt x="262403" y="235750"/>
                </a:cubicBezTo>
                <a:cubicBezTo>
                  <a:pt x="254709" y="238724"/>
                  <a:pt x="248587" y="244836"/>
                  <a:pt x="245443" y="252353"/>
                </a:cubicBezTo>
                <a:cubicBezTo>
                  <a:pt x="242299" y="259953"/>
                  <a:pt x="242382" y="268626"/>
                  <a:pt x="245691" y="276142"/>
                </a:cubicBezTo>
                <a:cubicBezTo>
                  <a:pt x="245940" y="276803"/>
                  <a:pt x="245774" y="277629"/>
                  <a:pt x="245278" y="278207"/>
                </a:cubicBezTo>
                <a:lnTo>
                  <a:pt x="228897" y="294562"/>
                </a:lnTo>
                <a:cubicBezTo>
                  <a:pt x="227987" y="295388"/>
                  <a:pt x="227325" y="295141"/>
                  <a:pt x="226829" y="294893"/>
                </a:cubicBezTo>
                <a:cubicBezTo>
                  <a:pt x="219383" y="291671"/>
                  <a:pt x="210614" y="291506"/>
                  <a:pt x="203086" y="294645"/>
                </a:cubicBezTo>
                <a:cubicBezTo>
                  <a:pt x="195475" y="297784"/>
                  <a:pt x="189435" y="303979"/>
                  <a:pt x="186457" y="311578"/>
                </a:cubicBezTo>
                <a:cubicBezTo>
                  <a:pt x="186126" y="312322"/>
                  <a:pt x="185464" y="312817"/>
                  <a:pt x="184720" y="312817"/>
                </a:cubicBezTo>
                <a:lnTo>
                  <a:pt x="161556" y="312817"/>
                </a:lnTo>
                <a:cubicBezTo>
                  <a:pt x="160811" y="312817"/>
                  <a:pt x="160067" y="312322"/>
                  <a:pt x="159818" y="311578"/>
                </a:cubicBezTo>
                <a:cubicBezTo>
                  <a:pt x="156840" y="303979"/>
                  <a:pt x="150801" y="297784"/>
                  <a:pt x="143190" y="294645"/>
                </a:cubicBezTo>
                <a:cubicBezTo>
                  <a:pt x="139467" y="293158"/>
                  <a:pt x="135579" y="292332"/>
                  <a:pt x="131608" y="292332"/>
                </a:cubicBezTo>
                <a:cubicBezTo>
                  <a:pt x="127388" y="292332"/>
                  <a:pt x="123252" y="293241"/>
                  <a:pt x="119446" y="294893"/>
                </a:cubicBezTo>
                <a:cubicBezTo>
                  <a:pt x="118950" y="295141"/>
                  <a:pt x="118288" y="295388"/>
                  <a:pt x="117378" y="294562"/>
                </a:cubicBezTo>
                <a:lnTo>
                  <a:pt x="100998" y="278207"/>
                </a:lnTo>
                <a:cubicBezTo>
                  <a:pt x="100419" y="277629"/>
                  <a:pt x="100253" y="276803"/>
                  <a:pt x="100584" y="276142"/>
                </a:cubicBezTo>
                <a:cubicBezTo>
                  <a:pt x="103893" y="268626"/>
                  <a:pt x="103976" y="259953"/>
                  <a:pt x="100832" y="252353"/>
                </a:cubicBezTo>
                <a:cubicBezTo>
                  <a:pt x="97689" y="244836"/>
                  <a:pt x="91484" y="238724"/>
                  <a:pt x="83873" y="235750"/>
                </a:cubicBezTo>
                <a:cubicBezTo>
                  <a:pt x="83128" y="235503"/>
                  <a:pt x="82632" y="234842"/>
                  <a:pt x="82632" y="234016"/>
                </a:cubicBezTo>
                <a:lnTo>
                  <a:pt x="82632" y="210970"/>
                </a:lnTo>
                <a:cubicBezTo>
                  <a:pt x="82632" y="210144"/>
                  <a:pt x="83128" y="209483"/>
                  <a:pt x="83873" y="209153"/>
                </a:cubicBezTo>
                <a:cubicBezTo>
                  <a:pt x="91484" y="206179"/>
                  <a:pt x="97689" y="200149"/>
                  <a:pt x="100832" y="192633"/>
                </a:cubicBezTo>
                <a:cubicBezTo>
                  <a:pt x="103976" y="185033"/>
                  <a:pt x="103893" y="176360"/>
                  <a:pt x="100584" y="168844"/>
                </a:cubicBezTo>
                <a:cubicBezTo>
                  <a:pt x="100253" y="168183"/>
                  <a:pt x="100419" y="167357"/>
                  <a:pt x="100998" y="166779"/>
                </a:cubicBezTo>
                <a:lnTo>
                  <a:pt x="117378" y="150424"/>
                </a:lnTo>
                <a:cubicBezTo>
                  <a:pt x="118288" y="149598"/>
                  <a:pt x="118950" y="149845"/>
                  <a:pt x="119446" y="150011"/>
                </a:cubicBezTo>
                <a:cubicBezTo>
                  <a:pt x="126892" y="153315"/>
                  <a:pt x="135661" y="153480"/>
                  <a:pt x="143190" y="150341"/>
                </a:cubicBezTo>
                <a:cubicBezTo>
                  <a:pt x="150801" y="147202"/>
                  <a:pt x="156840" y="141007"/>
                  <a:pt x="159818" y="133325"/>
                </a:cubicBezTo>
                <a:cubicBezTo>
                  <a:pt x="160067" y="132664"/>
                  <a:pt x="160811" y="132169"/>
                  <a:pt x="161556" y="132169"/>
                </a:cubicBezTo>
                <a:close/>
                <a:moveTo>
                  <a:pt x="23824" y="23790"/>
                </a:moveTo>
                <a:lnTo>
                  <a:pt x="23824" y="403939"/>
                </a:lnTo>
                <a:lnTo>
                  <a:pt x="416927" y="403939"/>
                </a:lnTo>
                <a:lnTo>
                  <a:pt x="416927" y="157445"/>
                </a:lnTo>
                <a:lnTo>
                  <a:pt x="311702" y="157445"/>
                </a:lnTo>
                <a:cubicBezTo>
                  <a:pt x="305084" y="157445"/>
                  <a:pt x="299790" y="152076"/>
                  <a:pt x="299790" y="145550"/>
                </a:cubicBezTo>
                <a:lnTo>
                  <a:pt x="299790" y="23790"/>
                </a:lnTo>
                <a:close/>
                <a:moveTo>
                  <a:pt x="23824" y="0"/>
                </a:moveTo>
                <a:lnTo>
                  <a:pt x="311702" y="0"/>
                </a:lnTo>
                <a:cubicBezTo>
                  <a:pt x="312612" y="0"/>
                  <a:pt x="313522" y="165"/>
                  <a:pt x="314432" y="330"/>
                </a:cubicBezTo>
                <a:cubicBezTo>
                  <a:pt x="314680" y="413"/>
                  <a:pt x="314846" y="496"/>
                  <a:pt x="315094" y="578"/>
                </a:cubicBezTo>
                <a:cubicBezTo>
                  <a:pt x="315921" y="826"/>
                  <a:pt x="316666" y="1156"/>
                  <a:pt x="317410" y="1569"/>
                </a:cubicBezTo>
                <a:cubicBezTo>
                  <a:pt x="317658" y="1652"/>
                  <a:pt x="317989" y="1817"/>
                  <a:pt x="318238" y="1982"/>
                </a:cubicBezTo>
                <a:cubicBezTo>
                  <a:pt x="319065" y="2561"/>
                  <a:pt x="319892" y="3221"/>
                  <a:pt x="320554" y="3965"/>
                </a:cubicBezTo>
                <a:cubicBezTo>
                  <a:pt x="320637" y="4048"/>
                  <a:pt x="320637" y="4048"/>
                  <a:pt x="320637" y="4048"/>
                </a:cubicBezTo>
                <a:lnTo>
                  <a:pt x="437773" y="137702"/>
                </a:lnTo>
                <a:cubicBezTo>
                  <a:pt x="439676" y="139850"/>
                  <a:pt x="440586" y="142576"/>
                  <a:pt x="440668" y="145385"/>
                </a:cubicBezTo>
                <a:cubicBezTo>
                  <a:pt x="440668" y="145798"/>
                  <a:pt x="440751" y="146293"/>
                  <a:pt x="440751" y="146706"/>
                </a:cubicBezTo>
                <a:lnTo>
                  <a:pt x="440751" y="582861"/>
                </a:lnTo>
                <a:cubicBezTo>
                  <a:pt x="440751" y="595995"/>
                  <a:pt x="430080" y="606651"/>
                  <a:pt x="416927" y="606651"/>
                </a:cubicBezTo>
                <a:lnTo>
                  <a:pt x="23824" y="606651"/>
                </a:lnTo>
                <a:cubicBezTo>
                  <a:pt x="10671" y="606651"/>
                  <a:pt x="0" y="595995"/>
                  <a:pt x="0" y="582861"/>
                </a:cubicBezTo>
                <a:lnTo>
                  <a:pt x="0" y="23790"/>
                </a:lnTo>
                <a:cubicBezTo>
                  <a:pt x="0" y="10656"/>
                  <a:pt x="10671" y="0"/>
                  <a:pt x="238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ding_376063"/>
          <p:cNvSpPr/>
          <p:nvPr/>
        </p:nvSpPr>
        <p:spPr>
          <a:xfrm>
            <a:off x="5935261" y="1982398"/>
            <a:ext cx="609685" cy="608764"/>
          </a:xfrm>
          <a:custGeom>
            <a:avLst/>
            <a:gdLst>
              <a:gd name="connsiteX0" fmla="*/ 362600 w 607639"/>
              <a:gd name="connsiteY0" fmla="*/ 332747 h 606722"/>
              <a:gd name="connsiteX1" fmla="*/ 333236 w 607639"/>
              <a:gd name="connsiteY1" fmla="*/ 362071 h 606722"/>
              <a:gd name="connsiteX2" fmla="*/ 362600 w 607639"/>
              <a:gd name="connsiteY2" fmla="*/ 391395 h 606722"/>
              <a:gd name="connsiteX3" fmla="*/ 391965 w 607639"/>
              <a:gd name="connsiteY3" fmla="*/ 362071 h 606722"/>
              <a:gd name="connsiteX4" fmla="*/ 362600 w 607639"/>
              <a:gd name="connsiteY4" fmla="*/ 332747 h 606722"/>
              <a:gd name="connsiteX5" fmla="*/ 362600 w 607639"/>
              <a:gd name="connsiteY5" fmla="*/ 234912 h 606722"/>
              <a:gd name="connsiteX6" fmla="*/ 391965 w 607639"/>
              <a:gd name="connsiteY6" fmla="*/ 264236 h 606722"/>
              <a:gd name="connsiteX7" fmla="*/ 391965 w 607639"/>
              <a:gd name="connsiteY7" fmla="*/ 279076 h 606722"/>
              <a:gd name="connsiteX8" fmla="*/ 400596 w 607639"/>
              <a:gd name="connsiteY8" fmla="*/ 282630 h 606722"/>
              <a:gd name="connsiteX9" fmla="*/ 411097 w 607639"/>
              <a:gd name="connsiteY9" fmla="*/ 272145 h 606722"/>
              <a:gd name="connsiteX10" fmla="*/ 452652 w 607639"/>
              <a:gd name="connsiteY10" fmla="*/ 272145 h 606722"/>
              <a:gd name="connsiteX11" fmla="*/ 452652 w 607639"/>
              <a:gd name="connsiteY11" fmla="*/ 313642 h 606722"/>
              <a:gd name="connsiteX12" fmla="*/ 442152 w 607639"/>
              <a:gd name="connsiteY12" fmla="*/ 324128 h 606722"/>
              <a:gd name="connsiteX13" fmla="*/ 445711 w 607639"/>
              <a:gd name="connsiteY13" fmla="*/ 332747 h 606722"/>
              <a:gd name="connsiteX14" fmla="*/ 460571 w 607639"/>
              <a:gd name="connsiteY14" fmla="*/ 332747 h 606722"/>
              <a:gd name="connsiteX15" fmla="*/ 489936 w 607639"/>
              <a:gd name="connsiteY15" fmla="*/ 362071 h 606722"/>
              <a:gd name="connsiteX16" fmla="*/ 460571 w 607639"/>
              <a:gd name="connsiteY16" fmla="*/ 391395 h 606722"/>
              <a:gd name="connsiteX17" fmla="*/ 445711 w 607639"/>
              <a:gd name="connsiteY17" fmla="*/ 391395 h 606722"/>
              <a:gd name="connsiteX18" fmla="*/ 442152 w 607639"/>
              <a:gd name="connsiteY18" fmla="*/ 400015 h 606722"/>
              <a:gd name="connsiteX19" fmla="*/ 452652 w 607639"/>
              <a:gd name="connsiteY19" fmla="*/ 410500 h 606722"/>
              <a:gd name="connsiteX20" fmla="*/ 452652 w 607639"/>
              <a:gd name="connsiteY20" fmla="*/ 451998 h 606722"/>
              <a:gd name="connsiteX21" fmla="*/ 431919 w 607639"/>
              <a:gd name="connsiteY21" fmla="*/ 460617 h 606722"/>
              <a:gd name="connsiteX22" fmla="*/ 411097 w 607639"/>
              <a:gd name="connsiteY22" fmla="*/ 451998 h 606722"/>
              <a:gd name="connsiteX23" fmla="*/ 400596 w 607639"/>
              <a:gd name="connsiteY23" fmla="*/ 441512 h 606722"/>
              <a:gd name="connsiteX24" fmla="*/ 391965 w 607639"/>
              <a:gd name="connsiteY24" fmla="*/ 445067 h 606722"/>
              <a:gd name="connsiteX25" fmla="*/ 391965 w 607639"/>
              <a:gd name="connsiteY25" fmla="*/ 459906 h 606722"/>
              <a:gd name="connsiteX26" fmla="*/ 362600 w 607639"/>
              <a:gd name="connsiteY26" fmla="*/ 489230 h 606722"/>
              <a:gd name="connsiteX27" fmla="*/ 333236 w 607639"/>
              <a:gd name="connsiteY27" fmla="*/ 459906 h 606722"/>
              <a:gd name="connsiteX28" fmla="*/ 333236 w 607639"/>
              <a:gd name="connsiteY28" fmla="*/ 445067 h 606722"/>
              <a:gd name="connsiteX29" fmla="*/ 324605 w 607639"/>
              <a:gd name="connsiteY29" fmla="*/ 441512 h 606722"/>
              <a:gd name="connsiteX30" fmla="*/ 314104 w 607639"/>
              <a:gd name="connsiteY30" fmla="*/ 451998 h 606722"/>
              <a:gd name="connsiteX31" fmla="*/ 293282 w 607639"/>
              <a:gd name="connsiteY31" fmla="*/ 460617 h 606722"/>
              <a:gd name="connsiteX32" fmla="*/ 272549 w 607639"/>
              <a:gd name="connsiteY32" fmla="*/ 451998 h 606722"/>
              <a:gd name="connsiteX33" fmla="*/ 272549 w 607639"/>
              <a:gd name="connsiteY33" fmla="*/ 410500 h 606722"/>
              <a:gd name="connsiteX34" fmla="*/ 283049 w 607639"/>
              <a:gd name="connsiteY34" fmla="*/ 400015 h 606722"/>
              <a:gd name="connsiteX35" fmla="*/ 279490 w 607639"/>
              <a:gd name="connsiteY35" fmla="*/ 391395 h 606722"/>
              <a:gd name="connsiteX36" fmla="*/ 264630 w 607639"/>
              <a:gd name="connsiteY36" fmla="*/ 391395 h 606722"/>
              <a:gd name="connsiteX37" fmla="*/ 235265 w 607639"/>
              <a:gd name="connsiteY37" fmla="*/ 362071 h 606722"/>
              <a:gd name="connsiteX38" fmla="*/ 264630 w 607639"/>
              <a:gd name="connsiteY38" fmla="*/ 332747 h 606722"/>
              <a:gd name="connsiteX39" fmla="*/ 279490 w 607639"/>
              <a:gd name="connsiteY39" fmla="*/ 332747 h 606722"/>
              <a:gd name="connsiteX40" fmla="*/ 283049 w 607639"/>
              <a:gd name="connsiteY40" fmla="*/ 324128 h 606722"/>
              <a:gd name="connsiteX41" fmla="*/ 272549 w 607639"/>
              <a:gd name="connsiteY41" fmla="*/ 313642 h 606722"/>
              <a:gd name="connsiteX42" fmla="*/ 272549 w 607639"/>
              <a:gd name="connsiteY42" fmla="*/ 272145 h 606722"/>
              <a:gd name="connsiteX43" fmla="*/ 314104 w 607639"/>
              <a:gd name="connsiteY43" fmla="*/ 272145 h 606722"/>
              <a:gd name="connsiteX44" fmla="*/ 324605 w 607639"/>
              <a:gd name="connsiteY44" fmla="*/ 282630 h 606722"/>
              <a:gd name="connsiteX45" fmla="*/ 333236 w 607639"/>
              <a:gd name="connsiteY45" fmla="*/ 279076 h 606722"/>
              <a:gd name="connsiteX46" fmla="*/ 333236 w 607639"/>
              <a:gd name="connsiteY46" fmla="*/ 264236 h 606722"/>
              <a:gd name="connsiteX47" fmla="*/ 362600 w 607639"/>
              <a:gd name="connsiteY47" fmla="*/ 234912 h 606722"/>
              <a:gd name="connsiteX48" fmla="*/ 244141 w 607639"/>
              <a:gd name="connsiteY48" fmla="*/ 176142 h 606722"/>
              <a:gd name="connsiteX49" fmla="*/ 176408 w 607639"/>
              <a:gd name="connsiteY49" fmla="*/ 244662 h 606722"/>
              <a:gd name="connsiteX50" fmla="*/ 176408 w 607639"/>
              <a:gd name="connsiteY50" fmla="*/ 479459 h 606722"/>
              <a:gd name="connsiteX51" fmla="*/ 245032 w 607639"/>
              <a:gd name="connsiteY51" fmla="*/ 547979 h 606722"/>
              <a:gd name="connsiteX52" fmla="*/ 480183 w 607639"/>
              <a:gd name="connsiteY52" fmla="*/ 547979 h 606722"/>
              <a:gd name="connsiteX53" fmla="*/ 548806 w 607639"/>
              <a:gd name="connsiteY53" fmla="*/ 479459 h 606722"/>
              <a:gd name="connsiteX54" fmla="*/ 548806 w 607639"/>
              <a:gd name="connsiteY54" fmla="*/ 244662 h 606722"/>
              <a:gd name="connsiteX55" fmla="*/ 480450 w 607639"/>
              <a:gd name="connsiteY55" fmla="*/ 176142 h 606722"/>
              <a:gd name="connsiteX56" fmla="*/ 460602 w 607639"/>
              <a:gd name="connsiteY56" fmla="*/ 176142 h 606722"/>
              <a:gd name="connsiteX57" fmla="*/ 126476 w 607639"/>
              <a:gd name="connsiteY57" fmla="*/ 58743 h 606722"/>
              <a:gd name="connsiteX58" fmla="*/ 58832 w 607639"/>
              <a:gd name="connsiteY58" fmla="*/ 127174 h 606722"/>
              <a:gd name="connsiteX59" fmla="*/ 58832 w 607639"/>
              <a:gd name="connsiteY59" fmla="*/ 362060 h 606722"/>
              <a:gd name="connsiteX60" fmla="*/ 117576 w 607639"/>
              <a:gd name="connsiteY60" fmla="*/ 429869 h 606722"/>
              <a:gd name="connsiteX61" fmla="*/ 117576 w 607639"/>
              <a:gd name="connsiteY61" fmla="*/ 244662 h 606722"/>
              <a:gd name="connsiteX62" fmla="*/ 243607 w 607639"/>
              <a:gd name="connsiteY62" fmla="*/ 117487 h 606722"/>
              <a:gd name="connsiteX63" fmla="*/ 243963 w 607639"/>
              <a:gd name="connsiteY63" fmla="*/ 117487 h 606722"/>
              <a:gd name="connsiteX64" fmla="*/ 430518 w 607639"/>
              <a:gd name="connsiteY64" fmla="*/ 117398 h 606722"/>
              <a:gd name="connsiteX65" fmla="*/ 362786 w 607639"/>
              <a:gd name="connsiteY65" fmla="*/ 58743 h 606722"/>
              <a:gd name="connsiteX66" fmla="*/ 126031 w 607639"/>
              <a:gd name="connsiteY66" fmla="*/ 0 h 606722"/>
              <a:gd name="connsiteX67" fmla="*/ 126387 w 607639"/>
              <a:gd name="connsiteY67" fmla="*/ 0 h 606722"/>
              <a:gd name="connsiteX68" fmla="*/ 362874 w 607639"/>
              <a:gd name="connsiteY68" fmla="*/ 0 h 606722"/>
              <a:gd name="connsiteX69" fmla="*/ 489618 w 607639"/>
              <a:gd name="connsiteY69" fmla="*/ 117843 h 606722"/>
              <a:gd name="connsiteX70" fmla="*/ 607639 w 607639"/>
              <a:gd name="connsiteY70" fmla="*/ 244662 h 606722"/>
              <a:gd name="connsiteX71" fmla="*/ 607639 w 607639"/>
              <a:gd name="connsiteY71" fmla="*/ 479459 h 606722"/>
              <a:gd name="connsiteX72" fmla="*/ 480183 w 607639"/>
              <a:gd name="connsiteY72" fmla="*/ 606722 h 606722"/>
              <a:gd name="connsiteX73" fmla="*/ 245032 w 607639"/>
              <a:gd name="connsiteY73" fmla="*/ 606722 h 606722"/>
              <a:gd name="connsiteX74" fmla="*/ 118021 w 607639"/>
              <a:gd name="connsiteY74" fmla="*/ 488879 h 606722"/>
              <a:gd name="connsiteX75" fmla="*/ 0 w 607639"/>
              <a:gd name="connsiteY75" fmla="*/ 362060 h 606722"/>
              <a:gd name="connsiteX76" fmla="*/ 0 w 607639"/>
              <a:gd name="connsiteY76" fmla="*/ 127174 h 606722"/>
              <a:gd name="connsiteX77" fmla="*/ 126031 w 607639"/>
              <a:gd name="connsiteY7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607639" h="606722">
                <a:moveTo>
                  <a:pt x="362600" y="332747"/>
                </a:moveTo>
                <a:cubicBezTo>
                  <a:pt x="346405" y="332747"/>
                  <a:pt x="333236" y="345899"/>
                  <a:pt x="333236" y="362071"/>
                </a:cubicBezTo>
                <a:cubicBezTo>
                  <a:pt x="333236" y="378244"/>
                  <a:pt x="346405" y="391395"/>
                  <a:pt x="362600" y="391395"/>
                </a:cubicBezTo>
                <a:cubicBezTo>
                  <a:pt x="378796" y="391395"/>
                  <a:pt x="391965" y="378244"/>
                  <a:pt x="391965" y="362071"/>
                </a:cubicBezTo>
                <a:cubicBezTo>
                  <a:pt x="391965" y="345899"/>
                  <a:pt x="378796" y="332747"/>
                  <a:pt x="362600" y="332747"/>
                </a:cubicBezTo>
                <a:close/>
                <a:moveTo>
                  <a:pt x="362600" y="234912"/>
                </a:moveTo>
                <a:cubicBezTo>
                  <a:pt x="378796" y="234912"/>
                  <a:pt x="391965" y="247975"/>
                  <a:pt x="391965" y="264236"/>
                </a:cubicBezTo>
                <a:lnTo>
                  <a:pt x="391965" y="279076"/>
                </a:lnTo>
                <a:cubicBezTo>
                  <a:pt x="394902" y="280053"/>
                  <a:pt x="397838" y="281297"/>
                  <a:pt x="400596" y="282630"/>
                </a:cubicBezTo>
                <a:lnTo>
                  <a:pt x="411097" y="272145"/>
                </a:lnTo>
                <a:cubicBezTo>
                  <a:pt x="422575" y="260682"/>
                  <a:pt x="441173" y="260682"/>
                  <a:pt x="452652" y="272145"/>
                </a:cubicBezTo>
                <a:cubicBezTo>
                  <a:pt x="464131" y="283608"/>
                  <a:pt x="464131" y="302179"/>
                  <a:pt x="452652" y="313642"/>
                </a:cubicBezTo>
                <a:lnTo>
                  <a:pt x="442152" y="324128"/>
                </a:lnTo>
                <a:cubicBezTo>
                  <a:pt x="443487" y="326883"/>
                  <a:pt x="444643" y="329815"/>
                  <a:pt x="445711" y="332747"/>
                </a:cubicBezTo>
                <a:lnTo>
                  <a:pt x="460571" y="332747"/>
                </a:lnTo>
                <a:cubicBezTo>
                  <a:pt x="476766" y="332747"/>
                  <a:pt x="489936" y="345899"/>
                  <a:pt x="489936" y="362071"/>
                </a:cubicBezTo>
                <a:cubicBezTo>
                  <a:pt x="489936" y="378244"/>
                  <a:pt x="476766" y="391395"/>
                  <a:pt x="460571" y="391395"/>
                </a:cubicBezTo>
                <a:lnTo>
                  <a:pt x="445711" y="391395"/>
                </a:lnTo>
                <a:cubicBezTo>
                  <a:pt x="444643" y="394328"/>
                  <a:pt x="443487" y="397260"/>
                  <a:pt x="442152" y="400015"/>
                </a:cubicBezTo>
                <a:lnTo>
                  <a:pt x="452652" y="410500"/>
                </a:lnTo>
                <a:cubicBezTo>
                  <a:pt x="464131" y="421963"/>
                  <a:pt x="464131" y="440535"/>
                  <a:pt x="452652" y="451998"/>
                </a:cubicBezTo>
                <a:cubicBezTo>
                  <a:pt x="446957" y="457774"/>
                  <a:pt x="439393" y="460617"/>
                  <a:pt x="431919" y="460617"/>
                </a:cubicBezTo>
                <a:cubicBezTo>
                  <a:pt x="424355" y="460617"/>
                  <a:pt x="416792" y="457774"/>
                  <a:pt x="411097" y="451998"/>
                </a:cubicBezTo>
                <a:lnTo>
                  <a:pt x="400596" y="441512"/>
                </a:lnTo>
                <a:cubicBezTo>
                  <a:pt x="397838" y="442845"/>
                  <a:pt x="394902" y="444000"/>
                  <a:pt x="391965" y="445067"/>
                </a:cubicBezTo>
                <a:lnTo>
                  <a:pt x="391965" y="459906"/>
                </a:lnTo>
                <a:cubicBezTo>
                  <a:pt x="391965" y="476079"/>
                  <a:pt x="378796" y="489230"/>
                  <a:pt x="362600" y="489230"/>
                </a:cubicBezTo>
                <a:cubicBezTo>
                  <a:pt x="346405" y="489230"/>
                  <a:pt x="333236" y="476079"/>
                  <a:pt x="333236" y="459906"/>
                </a:cubicBezTo>
                <a:lnTo>
                  <a:pt x="333236" y="445067"/>
                </a:lnTo>
                <a:cubicBezTo>
                  <a:pt x="330299" y="444000"/>
                  <a:pt x="327363" y="442845"/>
                  <a:pt x="324605" y="441512"/>
                </a:cubicBezTo>
                <a:lnTo>
                  <a:pt x="314104" y="451998"/>
                </a:lnTo>
                <a:cubicBezTo>
                  <a:pt x="308321" y="457774"/>
                  <a:pt x="300846" y="460617"/>
                  <a:pt x="293282" y="460617"/>
                </a:cubicBezTo>
                <a:cubicBezTo>
                  <a:pt x="285808" y="460617"/>
                  <a:pt x="278244" y="457774"/>
                  <a:pt x="272549" y="451998"/>
                </a:cubicBezTo>
                <a:cubicBezTo>
                  <a:pt x="261070" y="440535"/>
                  <a:pt x="261070" y="421963"/>
                  <a:pt x="272549" y="410500"/>
                </a:cubicBezTo>
                <a:lnTo>
                  <a:pt x="283049" y="400015"/>
                </a:lnTo>
                <a:cubicBezTo>
                  <a:pt x="281714" y="397260"/>
                  <a:pt x="280558" y="394328"/>
                  <a:pt x="279490" y="391395"/>
                </a:cubicBezTo>
                <a:lnTo>
                  <a:pt x="264630" y="391395"/>
                </a:lnTo>
                <a:cubicBezTo>
                  <a:pt x="248346" y="391395"/>
                  <a:pt x="235265" y="378244"/>
                  <a:pt x="235265" y="362071"/>
                </a:cubicBezTo>
                <a:cubicBezTo>
                  <a:pt x="235265" y="345899"/>
                  <a:pt x="248346" y="332747"/>
                  <a:pt x="264630" y="332747"/>
                </a:cubicBezTo>
                <a:lnTo>
                  <a:pt x="279490" y="332747"/>
                </a:lnTo>
                <a:cubicBezTo>
                  <a:pt x="280558" y="329815"/>
                  <a:pt x="281714" y="326883"/>
                  <a:pt x="283049" y="324128"/>
                </a:cubicBezTo>
                <a:lnTo>
                  <a:pt x="272549" y="313642"/>
                </a:lnTo>
                <a:cubicBezTo>
                  <a:pt x="261070" y="302179"/>
                  <a:pt x="261070" y="283608"/>
                  <a:pt x="272549" y="272145"/>
                </a:cubicBezTo>
                <a:cubicBezTo>
                  <a:pt x="284028" y="260682"/>
                  <a:pt x="302626" y="260682"/>
                  <a:pt x="314104" y="272145"/>
                </a:cubicBezTo>
                <a:lnTo>
                  <a:pt x="324605" y="282630"/>
                </a:lnTo>
                <a:cubicBezTo>
                  <a:pt x="327363" y="281297"/>
                  <a:pt x="330299" y="280053"/>
                  <a:pt x="333236" y="279076"/>
                </a:cubicBezTo>
                <a:lnTo>
                  <a:pt x="333236" y="264236"/>
                </a:lnTo>
                <a:cubicBezTo>
                  <a:pt x="333236" y="247975"/>
                  <a:pt x="346405" y="234912"/>
                  <a:pt x="362600" y="234912"/>
                </a:cubicBezTo>
                <a:close/>
                <a:moveTo>
                  <a:pt x="244141" y="176142"/>
                </a:moveTo>
                <a:cubicBezTo>
                  <a:pt x="206759" y="176675"/>
                  <a:pt x="176408" y="207336"/>
                  <a:pt x="176408" y="244662"/>
                </a:cubicBezTo>
                <a:lnTo>
                  <a:pt x="176408" y="479459"/>
                </a:lnTo>
                <a:cubicBezTo>
                  <a:pt x="176408" y="517229"/>
                  <a:pt x="207204" y="547979"/>
                  <a:pt x="245032" y="547979"/>
                </a:cubicBezTo>
                <a:lnTo>
                  <a:pt x="480183" y="547979"/>
                </a:lnTo>
                <a:cubicBezTo>
                  <a:pt x="518011" y="547979"/>
                  <a:pt x="548806" y="517229"/>
                  <a:pt x="548806" y="479459"/>
                </a:cubicBezTo>
                <a:lnTo>
                  <a:pt x="548806" y="244662"/>
                </a:lnTo>
                <a:cubicBezTo>
                  <a:pt x="548806" y="206980"/>
                  <a:pt x="518100" y="176231"/>
                  <a:pt x="480450" y="176142"/>
                </a:cubicBezTo>
                <a:lnTo>
                  <a:pt x="460602" y="176142"/>
                </a:lnTo>
                <a:close/>
                <a:moveTo>
                  <a:pt x="126476" y="58743"/>
                </a:moveTo>
                <a:cubicBezTo>
                  <a:pt x="89183" y="59188"/>
                  <a:pt x="58832" y="89937"/>
                  <a:pt x="58832" y="127174"/>
                </a:cubicBezTo>
                <a:lnTo>
                  <a:pt x="58832" y="362060"/>
                </a:lnTo>
                <a:cubicBezTo>
                  <a:pt x="58832" y="396542"/>
                  <a:pt x="84377" y="425070"/>
                  <a:pt x="117576" y="429869"/>
                </a:cubicBezTo>
                <a:lnTo>
                  <a:pt x="117576" y="244662"/>
                </a:lnTo>
                <a:cubicBezTo>
                  <a:pt x="117576" y="175253"/>
                  <a:pt x="174183" y="118198"/>
                  <a:pt x="243607" y="117487"/>
                </a:cubicBezTo>
                <a:cubicBezTo>
                  <a:pt x="243696" y="117487"/>
                  <a:pt x="243874" y="117487"/>
                  <a:pt x="243963" y="117487"/>
                </a:cubicBezTo>
                <a:lnTo>
                  <a:pt x="430518" y="117398"/>
                </a:lnTo>
                <a:cubicBezTo>
                  <a:pt x="425712" y="84427"/>
                  <a:pt x="397231" y="58832"/>
                  <a:pt x="362786" y="58743"/>
                </a:cubicBezTo>
                <a:close/>
                <a:moveTo>
                  <a:pt x="126031" y="0"/>
                </a:moveTo>
                <a:cubicBezTo>
                  <a:pt x="126120" y="0"/>
                  <a:pt x="126209" y="0"/>
                  <a:pt x="126387" y="0"/>
                </a:cubicBezTo>
                <a:lnTo>
                  <a:pt x="362874" y="0"/>
                </a:lnTo>
                <a:cubicBezTo>
                  <a:pt x="429895" y="177"/>
                  <a:pt x="484812" y="52256"/>
                  <a:pt x="489618" y="117843"/>
                </a:cubicBezTo>
                <a:cubicBezTo>
                  <a:pt x="555482" y="122731"/>
                  <a:pt x="607639" y="177742"/>
                  <a:pt x="607639" y="244662"/>
                </a:cubicBezTo>
                <a:lnTo>
                  <a:pt x="607639" y="479459"/>
                </a:lnTo>
                <a:cubicBezTo>
                  <a:pt x="607639" y="549667"/>
                  <a:pt x="550498" y="606722"/>
                  <a:pt x="480183" y="606722"/>
                </a:cubicBezTo>
                <a:lnTo>
                  <a:pt x="245032" y="606722"/>
                </a:lnTo>
                <a:cubicBezTo>
                  <a:pt x="177922" y="606722"/>
                  <a:pt x="122827" y="554644"/>
                  <a:pt x="118021" y="488879"/>
                </a:cubicBezTo>
                <a:cubicBezTo>
                  <a:pt x="52157" y="484080"/>
                  <a:pt x="0" y="429069"/>
                  <a:pt x="0" y="362060"/>
                </a:cubicBezTo>
                <a:lnTo>
                  <a:pt x="0" y="127174"/>
                </a:lnTo>
                <a:cubicBezTo>
                  <a:pt x="0" y="57855"/>
                  <a:pt x="56518" y="800"/>
                  <a:pt x="1260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7133177" cy="405104"/>
          </a:xfrm>
        </p:spPr>
        <p:txBody>
          <a:bodyPr/>
          <a:lstStyle/>
          <a:p>
            <a:r>
              <a:rPr lang="en-US" altLang="zh-CN" dirty="0"/>
              <a:t>Assignment2: </a:t>
            </a:r>
            <a:r>
              <a:rPr lang="en-US" altLang="zh-CN" dirty="0">
                <a:solidFill>
                  <a:srgbClr val="0070C0"/>
                </a:solidFill>
              </a:rPr>
              <a:t>ATM</a:t>
            </a:r>
            <a:r>
              <a:rPr lang="zh-CN" altLang="en-US" dirty="0">
                <a:solidFill>
                  <a:srgbClr val="0070C0"/>
                </a:solidFill>
              </a:rPr>
              <a:t>和银行服务器的通信程序开发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158534"/>
            <a:ext cx="4041612" cy="35798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58534"/>
            <a:ext cx="4053361" cy="35798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7133177" cy="405104"/>
          </a:xfrm>
        </p:spPr>
        <p:txBody>
          <a:bodyPr/>
          <a:lstStyle/>
          <a:p>
            <a:r>
              <a:rPr lang="en-US" altLang="zh-CN" dirty="0"/>
              <a:t>Assignment2: </a:t>
            </a:r>
            <a:r>
              <a:rPr lang="en-US" altLang="zh-CN" dirty="0">
                <a:solidFill>
                  <a:srgbClr val="0070C0"/>
                </a:solidFill>
              </a:rPr>
              <a:t>ATM</a:t>
            </a:r>
            <a:r>
              <a:rPr lang="zh-CN" altLang="en-US" dirty="0">
                <a:solidFill>
                  <a:srgbClr val="0070C0"/>
                </a:solidFill>
              </a:rPr>
              <a:t>和银行服务器的通信程序开发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158534"/>
            <a:ext cx="4041612" cy="35798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58534"/>
            <a:ext cx="4053361" cy="35798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7133177" cy="405104"/>
          </a:xfrm>
        </p:spPr>
        <p:txBody>
          <a:bodyPr/>
          <a:lstStyle/>
          <a:p>
            <a:r>
              <a:rPr lang="en-US" altLang="zh-CN" dirty="0"/>
              <a:t>Assignment2: </a:t>
            </a:r>
            <a:r>
              <a:rPr lang="en-US" altLang="zh-CN" dirty="0">
                <a:solidFill>
                  <a:srgbClr val="0070C0"/>
                </a:solidFill>
              </a:rPr>
              <a:t>ATM</a:t>
            </a:r>
            <a:r>
              <a:rPr lang="zh-CN" altLang="en-US" dirty="0">
                <a:solidFill>
                  <a:srgbClr val="0070C0"/>
                </a:solidFill>
              </a:rPr>
              <a:t>和银行服务器的通信程序开发</a:t>
            </a:r>
            <a:endParaRPr lang="zh-CN" altLang="en-US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468000" y="936000"/>
            <a:ext cx="7886700" cy="21398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在运行时候由管理员设定端口号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8" descr="computer-3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074467"/>
            <a:ext cx="675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2123733" y="1851670"/>
            <a:ext cx="3240355" cy="1645967"/>
            <a:chOff x="971600" y="2005903"/>
            <a:chExt cx="2418249" cy="1645967"/>
          </a:xfrm>
        </p:grpSpPr>
        <p:sp>
          <p:nvSpPr>
            <p:cNvPr id="10" name="矩形 9"/>
            <p:cNvSpPr/>
            <p:nvPr/>
          </p:nvSpPr>
          <p:spPr>
            <a:xfrm>
              <a:off x="978089" y="2155530"/>
              <a:ext cx="2411760" cy="1496340"/>
            </a:xfrm>
            <a:prstGeom prst="rect">
              <a:avLst/>
            </a:prstGeom>
            <a:solidFill>
              <a:srgbClr val="0000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J:\java\bin&gt;java </a:t>
              </a:r>
              <a:r>
                <a:rPr lang="en-US" altLang="zh-CN" sz="900" b="1" dirty="0" err="1">
                  <a:latin typeface="Courier New" panose="02070309020205020404" charset="0"/>
                  <a:cs typeface="Courier New" panose="02070309020205020404" charset="0"/>
                </a:rPr>
                <a:t>ATMServer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 20245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ATM</a:t>
              </a:r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服务器已启动，监听端口 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20245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600" y="2005903"/>
              <a:ext cx="2411760" cy="13753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7133177" cy="405104"/>
          </a:xfrm>
        </p:spPr>
        <p:txBody>
          <a:bodyPr/>
          <a:lstStyle/>
          <a:p>
            <a:r>
              <a:rPr lang="en-US" altLang="zh-CN" dirty="0"/>
              <a:t>Assignment2: </a:t>
            </a:r>
            <a:r>
              <a:rPr lang="en-US" altLang="zh-CN" dirty="0">
                <a:solidFill>
                  <a:srgbClr val="0070C0"/>
                </a:solidFill>
              </a:rPr>
              <a:t>ATM</a:t>
            </a:r>
            <a:r>
              <a:rPr lang="zh-CN" altLang="en-US" dirty="0">
                <a:solidFill>
                  <a:srgbClr val="0070C0"/>
                </a:solidFill>
              </a:rPr>
              <a:t>和银行服务器的通信程序开发</a:t>
            </a:r>
            <a:endParaRPr lang="zh-CN" altLang="en-US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468000" y="936000"/>
            <a:ext cx="7886700" cy="21398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客户端端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在运行时候由设定服务器和端口号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123733" y="1851670"/>
            <a:ext cx="3528387" cy="1645967"/>
            <a:chOff x="971600" y="2005903"/>
            <a:chExt cx="2418249" cy="1645967"/>
          </a:xfrm>
        </p:grpSpPr>
        <p:sp>
          <p:nvSpPr>
            <p:cNvPr id="10" name="矩形 9"/>
            <p:cNvSpPr/>
            <p:nvPr/>
          </p:nvSpPr>
          <p:spPr>
            <a:xfrm>
              <a:off x="978089" y="2155530"/>
              <a:ext cx="2411760" cy="1496340"/>
            </a:xfrm>
            <a:prstGeom prst="rect">
              <a:avLst/>
            </a:prstGeom>
            <a:solidFill>
              <a:srgbClr val="0000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J:\java\bin&gt;java </a:t>
              </a:r>
              <a:r>
                <a:rPr lang="en-US" altLang="zh-CN" sz="900" b="1" dirty="0" err="1">
                  <a:latin typeface="Courier New" panose="02070309020205020404" charset="0"/>
                  <a:cs typeface="Courier New" panose="02070309020205020404" charset="0"/>
                </a:rPr>
                <a:t>ATMClient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 192.168.0.12 20245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已连接到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ATM</a:t>
              </a:r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服务器 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192.168.0.66:20245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请输入卡号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: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71600" y="2005903"/>
              <a:ext cx="2411760" cy="13753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2" name="Picture 10" descr="464px-Computer_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21" y="2274222"/>
            <a:ext cx="652804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7133177" cy="405104"/>
          </a:xfrm>
        </p:spPr>
        <p:txBody>
          <a:bodyPr/>
          <a:lstStyle/>
          <a:p>
            <a:r>
              <a:rPr lang="en-US" altLang="zh-CN" dirty="0"/>
              <a:t>Assignment2: </a:t>
            </a:r>
            <a:r>
              <a:rPr lang="en-US" altLang="zh-CN" dirty="0">
                <a:solidFill>
                  <a:srgbClr val="0070C0"/>
                </a:solidFill>
              </a:rPr>
              <a:t>ATM</a:t>
            </a:r>
            <a:r>
              <a:rPr lang="zh-CN" altLang="en-US" dirty="0">
                <a:solidFill>
                  <a:srgbClr val="0070C0"/>
                </a:solidFill>
              </a:rPr>
              <a:t>和银行服务器的通信程序开发</a:t>
            </a:r>
            <a:endParaRPr lang="zh-CN" altLang="en-US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468000" y="936000"/>
            <a:ext cx="7886700" cy="26438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报告模板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不提供模板，认真读作业任务书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作业时间线：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次实验课：发布作业任务书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次实验课：安排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分钟进行分组测试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次实验课：安排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分钟进行交叉测试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次实验课：查漏补缺，完成并提交作业报告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/>
        </p:nvSpPr>
        <p:spPr>
          <a:xfrm>
            <a:off x="179825" y="195739"/>
            <a:ext cx="3892817" cy="4051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作业</a:t>
            </a:r>
            <a:r>
              <a:rPr lang="en-US" altLang="zh-CN" dirty="0"/>
              <a:t>2</a:t>
            </a:r>
            <a:r>
              <a:rPr lang="zh-CN" altLang="en-US" dirty="0"/>
              <a:t>测试</a:t>
            </a:r>
            <a:endParaRPr lang="zh-CN" altLang="en-US" dirty="0"/>
          </a:p>
        </p:txBody>
      </p:sp>
      <p:sp>
        <p:nvSpPr>
          <p:cNvPr id="4" name="内容占位符 4"/>
          <p:cNvSpPr txBox="1"/>
          <p:nvPr/>
        </p:nvSpPr>
        <p:spPr>
          <a:xfrm>
            <a:off x="467545" y="936000"/>
            <a:ext cx="8280919" cy="377968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组内测试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Alice: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设定端口，运行服务器端程序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查阅服务器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告知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Bob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Bob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运行客户端程序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连接服务器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查询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取款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28" descr="computer-3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050779"/>
            <a:ext cx="675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5165548" y="844293"/>
            <a:ext cx="2499648" cy="1762972"/>
            <a:chOff x="5148064" y="773020"/>
            <a:chExt cx="2499648" cy="1762972"/>
          </a:xfrm>
        </p:grpSpPr>
        <p:sp>
          <p:nvSpPr>
            <p:cNvPr id="6" name="矩形 5"/>
            <p:cNvSpPr/>
            <p:nvPr/>
          </p:nvSpPr>
          <p:spPr>
            <a:xfrm>
              <a:off x="5148064" y="915566"/>
              <a:ext cx="2499648" cy="1620426"/>
            </a:xfrm>
            <a:prstGeom prst="rect">
              <a:avLst/>
            </a:prstGeom>
            <a:solidFill>
              <a:srgbClr val="0000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J:\java\bin&gt;Ipconfig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Windows IP </a:t>
              </a:r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配置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以太网适配器 以太网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1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 </a:t>
              </a:r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链接特定的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DNS</a:t>
              </a:r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后缀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. .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 本地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IPv6</a:t>
              </a:r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地址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. . . . fe80::b858:edb.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 IPv4</a:t>
              </a:r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地址</a:t>
              </a:r>
              <a:r>
                <a:rPr lang="en-US" altLang="zh-CN" sz="300" b="1" dirty="0">
                  <a:latin typeface="Courier New" panose="02070309020205020404" charset="0"/>
                  <a:cs typeface="Courier New" panose="02070309020205020404" charset="0"/>
                </a:rPr>
                <a:t> 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 . . . . . 192.168.0.12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 子网掩码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. . . . . . 255.255.255.0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zh-CN" altLang="en-US" sz="900" b="1" dirty="0">
                  <a:latin typeface="Courier New" panose="02070309020205020404" charset="0"/>
                  <a:cs typeface="Courier New" panose="02070309020205020404" charset="0"/>
                </a:rPr>
                <a:t> 默认网关</a:t>
              </a:r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. . . . . . 192.168.0.1  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  <a:p>
              <a:r>
                <a:rPr lang="en-US" altLang="zh-CN" sz="900" b="1" dirty="0">
                  <a:latin typeface="Courier New" panose="02070309020205020404" charset="0"/>
                  <a:cs typeface="Courier New" panose="02070309020205020404" charset="0"/>
                </a:rPr>
                <a:t>J:\java\bin&gt;</a:t>
              </a:r>
              <a:endParaRPr lang="en-US" altLang="zh-CN" sz="900" b="1" dirty="0">
                <a:latin typeface="Courier New" panose="02070309020205020404" charset="0"/>
                <a:cs typeface="Courier New" panose="02070309020205020404" charset="0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8064" y="773020"/>
              <a:ext cx="2499648" cy="14254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923" y="2887531"/>
            <a:ext cx="2120928" cy="187861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825" y="2887531"/>
            <a:ext cx="2127093" cy="1878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5" name="arrow.wav"/>
          </p:stSnd>
        </p:sndAc>
      </p:transition>
    </mc:Choice>
    <mc:Fallback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976081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  <a:endParaRPr lang="en-US" altLang="zh-CN" sz="4500" dirty="0"/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0</TotalTime>
  <Words>908</Words>
  <Application>WPS 演示</Application>
  <PresentationFormat>全屏显示(16:9)</PresentationFormat>
  <Paragraphs>88</Paragraphs>
  <Slides>9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Times New Roman</vt:lpstr>
      <vt:lpstr>Courier New</vt:lpstr>
      <vt:lpstr>黑体</vt:lpstr>
      <vt:lpstr>华文新魏</vt:lpstr>
      <vt:lpstr>Arial Unicode MS</vt:lpstr>
      <vt:lpstr>等线 Light</vt:lpstr>
      <vt:lpstr>等线</vt:lpstr>
      <vt:lpstr>Calibri</vt:lpstr>
      <vt:lpstr>Office 主题​​</vt:lpstr>
      <vt:lpstr>Assignment2: ATM和银行服务器的通信程序开发</vt:lpstr>
      <vt:lpstr>Assignment2: ATM和银行服务器的通信程序开发</vt:lpstr>
      <vt:lpstr>Assignment2: ATM和银行服务器的通信程序开发</vt:lpstr>
      <vt:lpstr>Assignment2: ATM和银行服务器的通信程序开发</vt:lpstr>
      <vt:lpstr>Assignment2: ATM和银行服务器的通信程序开发</vt:lpstr>
      <vt:lpstr>Assignment2: ATM和银行服务器的通信程序开发</vt:lpstr>
      <vt:lpstr>Assignment2: ATM和银行服务器的通信程序开发</vt:lpstr>
      <vt:lpstr>作业2测试</vt:lpstr>
      <vt:lpstr>Q &amp; 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。</cp:lastModifiedBy>
  <cp:revision>67</cp:revision>
  <dcterms:created xsi:type="dcterms:W3CDTF">2020-03-26T02:11:00Z</dcterms:created>
  <dcterms:modified xsi:type="dcterms:W3CDTF">2026-05-12T04:47:13Z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95855543F66B4123BE03496BE75EDA60_12</vt:lpwstr>
  </property>
</Properties>
</file>